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7348200" cy="15811500"/>
  <p:notesSz cx="17348200" cy="15811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1115" y="4901565"/>
            <a:ext cx="14745970" cy="33204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02230" y="8854440"/>
            <a:ext cx="12143740" cy="3952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67410" y="3636645"/>
            <a:ext cx="7546467" cy="1043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34323" y="3636645"/>
            <a:ext cx="7546467" cy="1043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7348200" cy="15811500"/>
          </a:xfrm>
          <a:custGeom>
            <a:avLst/>
            <a:gdLst/>
            <a:ahLst/>
            <a:cxnLst/>
            <a:rect l="l" t="t" r="r" b="b"/>
            <a:pathLst>
              <a:path w="17348200" h="15811500">
                <a:moveTo>
                  <a:pt x="17348200" y="15811500"/>
                </a:moveTo>
                <a:lnTo>
                  <a:pt x="0" y="15811500"/>
                </a:lnTo>
                <a:lnTo>
                  <a:pt x="0" y="0"/>
                </a:lnTo>
                <a:lnTo>
                  <a:pt x="17348200" y="0"/>
                </a:lnTo>
                <a:lnTo>
                  <a:pt x="17348200" y="15811500"/>
                </a:lnTo>
                <a:close/>
              </a:path>
            </a:pathLst>
          </a:custGeom>
          <a:solidFill>
            <a:srgbClr val="F7F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431800"/>
            <a:ext cx="17348200" cy="1270000"/>
          </a:xfrm>
          <a:custGeom>
            <a:avLst/>
            <a:gdLst/>
            <a:ahLst/>
            <a:cxnLst/>
            <a:rect l="l" t="t" r="r" b="b"/>
            <a:pathLst>
              <a:path w="17348200" h="1270000">
                <a:moveTo>
                  <a:pt x="17348200" y="1270000"/>
                </a:moveTo>
                <a:lnTo>
                  <a:pt x="0" y="1270000"/>
                </a:lnTo>
                <a:lnTo>
                  <a:pt x="0" y="0"/>
                </a:lnTo>
                <a:lnTo>
                  <a:pt x="17348200" y="0"/>
                </a:lnTo>
                <a:lnTo>
                  <a:pt x="17348200" y="1270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2362200"/>
            <a:ext cx="17348200" cy="7213600"/>
          </a:xfrm>
          <a:custGeom>
            <a:avLst/>
            <a:gdLst/>
            <a:ahLst/>
            <a:cxnLst/>
            <a:rect l="l" t="t" r="r" b="b"/>
            <a:pathLst>
              <a:path w="17348200" h="7213600">
                <a:moveTo>
                  <a:pt x="17348200" y="7213600"/>
                </a:moveTo>
                <a:lnTo>
                  <a:pt x="0" y="7213600"/>
                </a:lnTo>
                <a:lnTo>
                  <a:pt x="0" y="0"/>
                </a:lnTo>
                <a:lnTo>
                  <a:pt x="17348200" y="0"/>
                </a:lnTo>
                <a:lnTo>
                  <a:pt x="17348200" y="7213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78000" y="2654300"/>
            <a:ext cx="13804900" cy="66421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61400" y="8940800"/>
            <a:ext cx="101600" cy="1016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85200" y="8712200"/>
            <a:ext cx="584200" cy="5842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51900" y="8940800"/>
            <a:ext cx="101600" cy="10160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775700" y="8712200"/>
            <a:ext cx="584200" cy="58420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42400" y="8940800"/>
            <a:ext cx="101600" cy="10160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50200" y="8712200"/>
            <a:ext cx="838200" cy="584200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8216900" y="8940800"/>
            <a:ext cx="355600" cy="101600"/>
          </a:xfrm>
          <a:custGeom>
            <a:avLst/>
            <a:gdLst/>
            <a:ahLst/>
            <a:cxnLst/>
            <a:rect l="l" t="t" r="r" b="b"/>
            <a:pathLst>
              <a:path w="355600" h="101600">
                <a:moveTo>
                  <a:pt x="311536" y="101599"/>
                </a:moveTo>
                <a:lnTo>
                  <a:pt x="44063" y="101599"/>
                </a:lnTo>
                <a:lnTo>
                  <a:pt x="37583" y="100311"/>
                </a:lnTo>
                <a:lnTo>
                  <a:pt x="6444" y="76464"/>
                </a:lnTo>
                <a:lnTo>
                  <a:pt x="0" y="57536"/>
                </a:lnTo>
                <a:lnTo>
                  <a:pt x="0" y="50800"/>
                </a:lnTo>
                <a:lnTo>
                  <a:pt x="0" y="44063"/>
                </a:lnTo>
                <a:lnTo>
                  <a:pt x="19642" y="10115"/>
                </a:lnTo>
                <a:lnTo>
                  <a:pt x="44063" y="0"/>
                </a:lnTo>
                <a:lnTo>
                  <a:pt x="311536" y="0"/>
                </a:lnTo>
                <a:lnTo>
                  <a:pt x="345484" y="19642"/>
                </a:lnTo>
                <a:lnTo>
                  <a:pt x="355599" y="44063"/>
                </a:lnTo>
                <a:lnTo>
                  <a:pt x="355599" y="57536"/>
                </a:lnTo>
                <a:lnTo>
                  <a:pt x="335957" y="91484"/>
                </a:lnTo>
                <a:lnTo>
                  <a:pt x="318016" y="100311"/>
                </a:lnTo>
                <a:lnTo>
                  <a:pt x="311536" y="101599"/>
                </a:lnTo>
                <a:close/>
              </a:path>
            </a:pathLst>
          </a:custGeom>
          <a:solidFill>
            <a:srgbClr val="3BC8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0" y="15786100"/>
            <a:ext cx="17348200" cy="25400"/>
          </a:xfrm>
          <a:custGeom>
            <a:avLst/>
            <a:gdLst/>
            <a:ahLst/>
            <a:cxnLst/>
            <a:rect l="l" t="t" r="r" b="b"/>
            <a:pathLst>
              <a:path w="17348200" h="25400">
                <a:moveTo>
                  <a:pt x="0" y="0"/>
                </a:moveTo>
                <a:lnTo>
                  <a:pt x="17348200" y="0"/>
                </a:lnTo>
                <a:lnTo>
                  <a:pt x="17348200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0" y="9575800"/>
            <a:ext cx="17348200" cy="6210300"/>
          </a:xfrm>
          <a:custGeom>
            <a:avLst/>
            <a:gdLst/>
            <a:ahLst/>
            <a:cxnLst/>
            <a:rect l="l" t="t" r="r" b="b"/>
            <a:pathLst>
              <a:path w="17348200" h="6210300">
                <a:moveTo>
                  <a:pt x="17348200" y="6210300"/>
                </a:moveTo>
                <a:lnTo>
                  <a:pt x="0" y="6210300"/>
                </a:lnTo>
                <a:lnTo>
                  <a:pt x="0" y="0"/>
                </a:lnTo>
                <a:lnTo>
                  <a:pt x="17348200" y="0"/>
                </a:lnTo>
                <a:lnTo>
                  <a:pt x="17348200" y="6210300"/>
                </a:lnTo>
                <a:close/>
              </a:path>
            </a:pathLst>
          </a:custGeom>
          <a:solidFill>
            <a:srgbClr val="F5DE4D">
              <a:alpha val="1247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0" y="9575800"/>
            <a:ext cx="17348200" cy="6210300"/>
          </a:xfrm>
          <a:custGeom>
            <a:avLst/>
            <a:gdLst/>
            <a:ahLst/>
            <a:cxnLst/>
            <a:rect l="l" t="t" r="r" b="b"/>
            <a:pathLst>
              <a:path w="17348200" h="6210300">
                <a:moveTo>
                  <a:pt x="17348200" y="6210300"/>
                </a:moveTo>
                <a:lnTo>
                  <a:pt x="0" y="6210300"/>
                </a:lnTo>
                <a:lnTo>
                  <a:pt x="0" y="0"/>
                </a:lnTo>
                <a:lnTo>
                  <a:pt x="17348200" y="0"/>
                </a:lnTo>
                <a:lnTo>
                  <a:pt x="17348200" y="6210300"/>
                </a:lnTo>
                <a:close/>
              </a:path>
            </a:pathLst>
          </a:custGeom>
          <a:solidFill>
            <a:srgbClr val="FFF7F1">
              <a:alpha val="33752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bg 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270664" y="14099542"/>
            <a:ext cx="2077536" cy="1686557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4299" y="9575799"/>
            <a:ext cx="9874761" cy="6210301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150" y="9575799"/>
            <a:ext cx="17291051" cy="6210301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06498" y="5588000"/>
            <a:ext cx="457200" cy="762003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684500" y="5588000"/>
            <a:ext cx="457200" cy="762000"/>
          </a:xfrm>
          <a:prstGeom prst="rect">
            <a:avLst/>
          </a:prstGeom>
        </p:spPr>
      </p:pic>
      <p:sp>
        <p:nvSpPr>
          <p:cNvPr id="35" name="bg object 35"/>
          <p:cNvSpPr/>
          <p:nvPr/>
        </p:nvSpPr>
        <p:spPr>
          <a:xfrm>
            <a:off x="0" y="9626600"/>
            <a:ext cx="17348200" cy="6184900"/>
          </a:xfrm>
          <a:custGeom>
            <a:avLst/>
            <a:gdLst/>
            <a:ahLst/>
            <a:cxnLst/>
            <a:rect l="l" t="t" r="r" b="b"/>
            <a:pathLst>
              <a:path w="17348200" h="6184900">
                <a:moveTo>
                  <a:pt x="0" y="0"/>
                </a:moveTo>
                <a:lnTo>
                  <a:pt x="17348200" y="0"/>
                </a:lnTo>
                <a:lnTo>
                  <a:pt x="17348200" y="6184900"/>
                </a:lnTo>
                <a:lnTo>
                  <a:pt x="0" y="61849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85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9810749" y="10131436"/>
            <a:ext cx="5852160" cy="5397500"/>
          </a:xfrm>
          <a:custGeom>
            <a:avLst/>
            <a:gdLst/>
            <a:ahLst/>
            <a:cxnLst/>
            <a:rect l="l" t="t" r="r" b="b"/>
            <a:pathLst>
              <a:path w="5852159" h="5397500">
                <a:moveTo>
                  <a:pt x="3538955" y="5397367"/>
                </a:moveTo>
                <a:lnTo>
                  <a:pt x="3491144" y="5397409"/>
                </a:lnTo>
                <a:lnTo>
                  <a:pt x="3443062" y="5396626"/>
                </a:lnTo>
                <a:lnTo>
                  <a:pt x="3394717" y="5395028"/>
                </a:lnTo>
                <a:lnTo>
                  <a:pt x="3346117" y="5392628"/>
                </a:lnTo>
                <a:lnTo>
                  <a:pt x="3297271" y="5389436"/>
                </a:lnTo>
                <a:lnTo>
                  <a:pt x="3248187" y="5385463"/>
                </a:lnTo>
                <a:lnTo>
                  <a:pt x="3198875" y="5380722"/>
                </a:lnTo>
                <a:lnTo>
                  <a:pt x="3149341" y="5375223"/>
                </a:lnTo>
                <a:lnTo>
                  <a:pt x="3099595" y="5368977"/>
                </a:lnTo>
                <a:lnTo>
                  <a:pt x="3049644" y="5361996"/>
                </a:lnTo>
                <a:lnTo>
                  <a:pt x="2999499" y="5354292"/>
                </a:lnTo>
                <a:lnTo>
                  <a:pt x="2949165" y="5345874"/>
                </a:lnTo>
                <a:lnTo>
                  <a:pt x="2898653" y="5336755"/>
                </a:lnTo>
                <a:lnTo>
                  <a:pt x="2847971" y="5326946"/>
                </a:lnTo>
                <a:lnTo>
                  <a:pt x="2797127" y="5316458"/>
                </a:lnTo>
                <a:lnTo>
                  <a:pt x="2746128" y="5305303"/>
                </a:lnTo>
                <a:lnTo>
                  <a:pt x="2694985" y="5293491"/>
                </a:lnTo>
                <a:lnTo>
                  <a:pt x="2643705" y="5281034"/>
                </a:lnTo>
                <a:lnTo>
                  <a:pt x="2592297" y="5267944"/>
                </a:lnTo>
                <a:lnTo>
                  <a:pt x="2540768" y="5254231"/>
                </a:lnTo>
                <a:lnTo>
                  <a:pt x="2489128" y="5239906"/>
                </a:lnTo>
                <a:lnTo>
                  <a:pt x="2437385" y="5224982"/>
                </a:lnTo>
                <a:lnTo>
                  <a:pt x="2385547" y="5209469"/>
                </a:lnTo>
                <a:lnTo>
                  <a:pt x="2333623" y="5193379"/>
                </a:lnTo>
                <a:lnTo>
                  <a:pt x="2281620" y="5176723"/>
                </a:lnTo>
                <a:lnTo>
                  <a:pt x="2229548" y="5159511"/>
                </a:lnTo>
                <a:lnTo>
                  <a:pt x="2177415" y="5141756"/>
                </a:lnTo>
                <a:lnTo>
                  <a:pt x="2125230" y="5123469"/>
                </a:lnTo>
                <a:lnTo>
                  <a:pt x="2073000" y="5104661"/>
                </a:lnTo>
                <a:lnTo>
                  <a:pt x="2020734" y="5085343"/>
                </a:lnTo>
                <a:lnTo>
                  <a:pt x="1968440" y="5065527"/>
                </a:lnTo>
                <a:lnTo>
                  <a:pt x="1919088" y="5046388"/>
                </a:lnTo>
                <a:lnTo>
                  <a:pt x="1869740" y="5026824"/>
                </a:lnTo>
                <a:lnTo>
                  <a:pt x="1820424" y="5006837"/>
                </a:lnTo>
                <a:lnTo>
                  <a:pt x="1771169" y="4986427"/>
                </a:lnTo>
                <a:lnTo>
                  <a:pt x="1722004" y="4965594"/>
                </a:lnTo>
                <a:lnTo>
                  <a:pt x="1672958" y="4944339"/>
                </a:lnTo>
                <a:lnTo>
                  <a:pt x="1624059" y="4922663"/>
                </a:lnTo>
                <a:lnTo>
                  <a:pt x="1575337" y="4900566"/>
                </a:lnTo>
                <a:lnTo>
                  <a:pt x="1526821" y="4878050"/>
                </a:lnTo>
                <a:lnTo>
                  <a:pt x="1478539" y="4855113"/>
                </a:lnTo>
                <a:lnTo>
                  <a:pt x="1430521" y="4831759"/>
                </a:lnTo>
                <a:lnTo>
                  <a:pt x="1382794" y="4807986"/>
                </a:lnTo>
                <a:lnTo>
                  <a:pt x="1335389" y="4783796"/>
                </a:lnTo>
                <a:lnTo>
                  <a:pt x="1288333" y="4759189"/>
                </a:lnTo>
                <a:lnTo>
                  <a:pt x="1241656" y="4734165"/>
                </a:lnTo>
                <a:lnTo>
                  <a:pt x="1195387" y="4708727"/>
                </a:lnTo>
                <a:lnTo>
                  <a:pt x="1149554" y="4682873"/>
                </a:lnTo>
                <a:lnTo>
                  <a:pt x="1104187" y="4656605"/>
                </a:lnTo>
                <a:lnTo>
                  <a:pt x="1059314" y="4629924"/>
                </a:lnTo>
                <a:lnTo>
                  <a:pt x="1014964" y="4602830"/>
                </a:lnTo>
                <a:lnTo>
                  <a:pt x="971166" y="4575323"/>
                </a:lnTo>
                <a:lnTo>
                  <a:pt x="927949" y="4547405"/>
                </a:lnTo>
                <a:lnTo>
                  <a:pt x="885342" y="4519076"/>
                </a:lnTo>
                <a:lnTo>
                  <a:pt x="843373" y="4490337"/>
                </a:lnTo>
                <a:lnTo>
                  <a:pt x="802072" y="4461187"/>
                </a:lnTo>
                <a:lnTo>
                  <a:pt x="761467" y="4431629"/>
                </a:lnTo>
                <a:lnTo>
                  <a:pt x="721588" y="4401662"/>
                </a:lnTo>
                <a:lnTo>
                  <a:pt x="682463" y="4371288"/>
                </a:lnTo>
                <a:lnTo>
                  <a:pt x="644120" y="4340506"/>
                </a:lnTo>
                <a:lnTo>
                  <a:pt x="606590" y="4309318"/>
                </a:lnTo>
                <a:lnTo>
                  <a:pt x="569900" y="4277724"/>
                </a:lnTo>
                <a:lnTo>
                  <a:pt x="534081" y="4245724"/>
                </a:lnTo>
                <a:lnTo>
                  <a:pt x="499159" y="4213320"/>
                </a:lnTo>
                <a:lnTo>
                  <a:pt x="465165" y="4180512"/>
                </a:lnTo>
                <a:lnTo>
                  <a:pt x="432127" y="4147301"/>
                </a:lnTo>
                <a:lnTo>
                  <a:pt x="400075" y="4113688"/>
                </a:lnTo>
                <a:lnTo>
                  <a:pt x="369036" y="4079672"/>
                </a:lnTo>
                <a:lnTo>
                  <a:pt x="339041" y="4045254"/>
                </a:lnTo>
                <a:lnTo>
                  <a:pt x="310117" y="4010436"/>
                </a:lnTo>
                <a:lnTo>
                  <a:pt x="282294" y="3975218"/>
                </a:lnTo>
                <a:lnTo>
                  <a:pt x="255600" y="3939601"/>
                </a:lnTo>
                <a:lnTo>
                  <a:pt x="230065" y="3903585"/>
                </a:lnTo>
                <a:lnTo>
                  <a:pt x="205717" y="3867170"/>
                </a:lnTo>
                <a:lnTo>
                  <a:pt x="182585" y="3830358"/>
                </a:lnTo>
                <a:lnTo>
                  <a:pt x="160699" y="3793149"/>
                </a:lnTo>
                <a:lnTo>
                  <a:pt x="140086" y="3755544"/>
                </a:lnTo>
                <a:lnTo>
                  <a:pt x="120776" y="3717543"/>
                </a:lnTo>
                <a:lnTo>
                  <a:pt x="102798" y="3679148"/>
                </a:lnTo>
                <a:lnTo>
                  <a:pt x="86180" y="3640358"/>
                </a:lnTo>
                <a:lnTo>
                  <a:pt x="70952" y="3601174"/>
                </a:lnTo>
                <a:lnTo>
                  <a:pt x="57142" y="3561597"/>
                </a:lnTo>
                <a:lnTo>
                  <a:pt x="44779" y="3521628"/>
                </a:lnTo>
                <a:lnTo>
                  <a:pt x="33892" y="3481267"/>
                </a:lnTo>
                <a:lnTo>
                  <a:pt x="24727" y="3440526"/>
                </a:lnTo>
                <a:lnTo>
                  <a:pt x="17042" y="3399426"/>
                </a:lnTo>
                <a:lnTo>
                  <a:pt x="10815" y="3357984"/>
                </a:lnTo>
                <a:lnTo>
                  <a:pt x="6021" y="3316214"/>
                </a:lnTo>
                <a:lnTo>
                  <a:pt x="2636" y="3274132"/>
                </a:lnTo>
                <a:lnTo>
                  <a:pt x="637" y="3231754"/>
                </a:lnTo>
                <a:lnTo>
                  <a:pt x="0" y="3189095"/>
                </a:lnTo>
                <a:lnTo>
                  <a:pt x="699" y="3146171"/>
                </a:lnTo>
                <a:lnTo>
                  <a:pt x="2713" y="3102997"/>
                </a:lnTo>
                <a:lnTo>
                  <a:pt x="6016" y="3059590"/>
                </a:lnTo>
                <a:lnTo>
                  <a:pt x="10586" y="3015963"/>
                </a:lnTo>
                <a:lnTo>
                  <a:pt x="16397" y="2972134"/>
                </a:lnTo>
                <a:lnTo>
                  <a:pt x="23426" y="2928118"/>
                </a:lnTo>
                <a:lnTo>
                  <a:pt x="31650" y="2883929"/>
                </a:lnTo>
                <a:lnTo>
                  <a:pt x="41044" y="2839585"/>
                </a:lnTo>
                <a:lnTo>
                  <a:pt x="51584" y="2795099"/>
                </a:lnTo>
                <a:lnTo>
                  <a:pt x="63247" y="2750489"/>
                </a:lnTo>
                <a:lnTo>
                  <a:pt x="76008" y="2705769"/>
                </a:lnTo>
                <a:lnTo>
                  <a:pt x="89844" y="2660955"/>
                </a:lnTo>
                <a:lnTo>
                  <a:pt x="104731" y="2616062"/>
                </a:lnTo>
                <a:lnTo>
                  <a:pt x="120644" y="2571107"/>
                </a:lnTo>
                <a:lnTo>
                  <a:pt x="137561" y="2526104"/>
                </a:lnTo>
                <a:lnTo>
                  <a:pt x="155456" y="2481070"/>
                </a:lnTo>
                <a:lnTo>
                  <a:pt x="174307" y="2436019"/>
                </a:lnTo>
                <a:lnTo>
                  <a:pt x="194089" y="2390968"/>
                </a:lnTo>
                <a:lnTo>
                  <a:pt x="214779" y="2345932"/>
                </a:lnTo>
                <a:lnTo>
                  <a:pt x="236351" y="2300926"/>
                </a:lnTo>
                <a:lnTo>
                  <a:pt x="258784" y="2255966"/>
                </a:lnTo>
                <a:lnTo>
                  <a:pt x="282052" y="2211068"/>
                </a:lnTo>
                <a:lnTo>
                  <a:pt x="306132" y="2166247"/>
                </a:lnTo>
                <a:lnTo>
                  <a:pt x="330999" y="2121518"/>
                </a:lnTo>
                <a:lnTo>
                  <a:pt x="356631" y="2076898"/>
                </a:lnTo>
                <a:lnTo>
                  <a:pt x="383002" y="2032402"/>
                </a:lnTo>
                <a:lnTo>
                  <a:pt x="410090" y="1988045"/>
                </a:lnTo>
                <a:lnTo>
                  <a:pt x="437870" y="1943844"/>
                </a:lnTo>
                <a:lnTo>
                  <a:pt x="466318" y="1899812"/>
                </a:lnTo>
                <a:lnTo>
                  <a:pt x="495411" y="1855967"/>
                </a:lnTo>
                <a:lnTo>
                  <a:pt x="525124" y="1812324"/>
                </a:lnTo>
                <a:lnTo>
                  <a:pt x="555434" y="1768897"/>
                </a:lnTo>
                <a:lnTo>
                  <a:pt x="586316" y="1725704"/>
                </a:lnTo>
                <a:lnTo>
                  <a:pt x="617748" y="1682758"/>
                </a:lnTo>
                <a:lnTo>
                  <a:pt x="649704" y="1640077"/>
                </a:lnTo>
                <a:lnTo>
                  <a:pt x="682161" y="1597675"/>
                </a:lnTo>
                <a:lnTo>
                  <a:pt x="715095" y="1555568"/>
                </a:lnTo>
                <a:lnTo>
                  <a:pt x="748483" y="1513772"/>
                </a:lnTo>
                <a:lnTo>
                  <a:pt x="782300" y="1472302"/>
                </a:lnTo>
                <a:lnTo>
                  <a:pt x="816522" y="1431173"/>
                </a:lnTo>
                <a:lnTo>
                  <a:pt x="851126" y="1390402"/>
                </a:lnTo>
                <a:lnTo>
                  <a:pt x="886087" y="1350004"/>
                </a:lnTo>
                <a:lnTo>
                  <a:pt x="921382" y="1309994"/>
                </a:lnTo>
                <a:lnTo>
                  <a:pt x="956987" y="1270388"/>
                </a:lnTo>
                <a:lnTo>
                  <a:pt x="992877" y="1231201"/>
                </a:lnTo>
                <a:lnTo>
                  <a:pt x="1029030" y="1192450"/>
                </a:lnTo>
                <a:lnTo>
                  <a:pt x="1066131" y="1153416"/>
                </a:lnTo>
                <a:lnTo>
                  <a:pt x="1103484" y="1114859"/>
                </a:lnTo>
                <a:lnTo>
                  <a:pt x="1141088" y="1076789"/>
                </a:lnTo>
                <a:lnTo>
                  <a:pt x="1178939" y="1039216"/>
                </a:lnTo>
                <a:lnTo>
                  <a:pt x="1217034" y="1002148"/>
                </a:lnTo>
                <a:lnTo>
                  <a:pt x="1255370" y="965594"/>
                </a:lnTo>
                <a:lnTo>
                  <a:pt x="1293943" y="929565"/>
                </a:lnTo>
                <a:lnTo>
                  <a:pt x="1332751" y="894070"/>
                </a:lnTo>
                <a:lnTo>
                  <a:pt x="1371791" y="859117"/>
                </a:lnTo>
                <a:lnTo>
                  <a:pt x="1411059" y="824716"/>
                </a:lnTo>
                <a:lnTo>
                  <a:pt x="1450554" y="790877"/>
                </a:lnTo>
                <a:lnTo>
                  <a:pt x="1490270" y="757609"/>
                </a:lnTo>
                <a:lnTo>
                  <a:pt x="1530206" y="724922"/>
                </a:lnTo>
                <a:lnTo>
                  <a:pt x="1570359" y="692823"/>
                </a:lnTo>
                <a:lnTo>
                  <a:pt x="1610724" y="661324"/>
                </a:lnTo>
                <a:lnTo>
                  <a:pt x="1651300" y="630433"/>
                </a:lnTo>
                <a:lnTo>
                  <a:pt x="1692084" y="600159"/>
                </a:lnTo>
                <a:lnTo>
                  <a:pt x="1733071" y="570513"/>
                </a:lnTo>
                <a:lnTo>
                  <a:pt x="1774260" y="541503"/>
                </a:lnTo>
                <a:lnTo>
                  <a:pt x="1815646" y="513138"/>
                </a:lnTo>
                <a:lnTo>
                  <a:pt x="1857228" y="485428"/>
                </a:lnTo>
                <a:lnTo>
                  <a:pt x="1899001" y="458383"/>
                </a:lnTo>
                <a:lnTo>
                  <a:pt x="1940964" y="432011"/>
                </a:lnTo>
                <a:lnTo>
                  <a:pt x="1983112" y="406323"/>
                </a:lnTo>
                <a:lnTo>
                  <a:pt x="2025443" y="381326"/>
                </a:lnTo>
                <a:lnTo>
                  <a:pt x="2067954" y="357032"/>
                </a:lnTo>
                <a:lnTo>
                  <a:pt x="2110641" y="333448"/>
                </a:lnTo>
                <a:lnTo>
                  <a:pt x="2153502" y="310585"/>
                </a:lnTo>
                <a:lnTo>
                  <a:pt x="2196534" y="288451"/>
                </a:lnTo>
                <a:lnTo>
                  <a:pt x="2239733" y="267056"/>
                </a:lnTo>
                <a:lnTo>
                  <a:pt x="2283096" y="246410"/>
                </a:lnTo>
                <a:lnTo>
                  <a:pt x="2326621" y="226522"/>
                </a:lnTo>
                <a:lnTo>
                  <a:pt x="2370304" y="207401"/>
                </a:lnTo>
                <a:lnTo>
                  <a:pt x="2414142" y="189056"/>
                </a:lnTo>
                <a:lnTo>
                  <a:pt x="2458133" y="171497"/>
                </a:lnTo>
                <a:lnTo>
                  <a:pt x="2502272" y="154733"/>
                </a:lnTo>
                <a:lnTo>
                  <a:pt x="2546558" y="138773"/>
                </a:lnTo>
                <a:lnTo>
                  <a:pt x="2590987" y="123627"/>
                </a:lnTo>
                <a:lnTo>
                  <a:pt x="2635556" y="109304"/>
                </a:lnTo>
                <a:lnTo>
                  <a:pt x="2680261" y="95814"/>
                </a:lnTo>
                <a:lnTo>
                  <a:pt x="2725101" y="83166"/>
                </a:lnTo>
                <a:lnTo>
                  <a:pt x="2770071" y="71369"/>
                </a:lnTo>
                <a:lnTo>
                  <a:pt x="2815169" y="60432"/>
                </a:lnTo>
                <a:lnTo>
                  <a:pt x="2860392" y="50365"/>
                </a:lnTo>
                <a:lnTo>
                  <a:pt x="2905736" y="41177"/>
                </a:lnTo>
                <a:lnTo>
                  <a:pt x="2951199" y="32878"/>
                </a:lnTo>
                <a:lnTo>
                  <a:pt x="2996777" y="25477"/>
                </a:lnTo>
                <a:lnTo>
                  <a:pt x="3042468" y="18983"/>
                </a:lnTo>
                <a:lnTo>
                  <a:pt x="3088268" y="13405"/>
                </a:lnTo>
                <a:lnTo>
                  <a:pt x="3134175" y="8753"/>
                </a:lnTo>
                <a:lnTo>
                  <a:pt x="3180184" y="5037"/>
                </a:lnTo>
                <a:lnTo>
                  <a:pt x="3226294" y="2265"/>
                </a:lnTo>
                <a:lnTo>
                  <a:pt x="3274588" y="625"/>
                </a:lnTo>
                <a:lnTo>
                  <a:pt x="3322967" y="0"/>
                </a:lnTo>
                <a:lnTo>
                  <a:pt x="3371411" y="380"/>
                </a:lnTo>
                <a:lnTo>
                  <a:pt x="3419902" y="1757"/>
                </a:lnTo>
                <a:lnTo>
                  <a:pt x="3468419" y="4124"/>
                </a:lnTo>
                <a:lnTo>
                  <a:pt x="3516943" y="7472"/>
                </a:lnTo>
                <a:lnTo>
                  <a:pt x="3565454" y="11793"/>
                </a:lnTo>
                <a:lnTo>
                  <a:pt x="3613932" y="17079"/>
                </a:lnTo>
                <a:lnTo>
                  <a:pt x="3662358" y="23321"/>
                </a:lnTo>
                <a:lnTo>
                  <a:pt x="3710711" y="30511"/>
                </a:lnTo>
                <a:lnTo>
                  <a:pt x="3758973" y="38641"/>
                </a:lnTo>
                <a:lnTo>
                  <a:pt x="3807124" y="47704"/>
                </a:lnTo>
                <a:lnTo>
                  <a:pt x="3855144" y="57690"/>
                </a:lnTo>
                <a:lnTo>
                  <a:pt x="3903012" y="68591"/>
                </a:lnTo>
                <a:lnTo>
                  <a:pt x="3950711" y="80399"/>
                </a:lnTo>
                <a:lnTo>
                  <a:pt x="3998219" y="93107"/>
                </a:lnTo>
                <a:lnTo>
                  <a:pt x="4045518" y="106705"/>
                </a:lnTo>
                <a:lnTo>
                  <a:pt x="4092587" y="121186"/>
                </a:lnTo>
                <a:lnTo>
                  <a:pt x="4139406" y="136541"/>
                </a:lnTo>
                <a:lnTo>
                  <a:pt x="4185957" y="152762"/>
                </a:lnTo>
                <a:lnTo>
                  <a:pt x="4232220" y="169841"/>
                </a:lnTo>
                <a:lnTo>
                  <a:pt x="4278174" y="187769"/>
                </a:lnTo>
                <a:lnTo>
                  <a:pt x="4323801" y="206540"/>
                </a:lnTo>
                <a:lnTo>
                  <a:pt x="4369080" y="226143"/>
                </a:lnTo>
                <a:lnTo>
                  <a:pt x="4413991" y="246571"/>
                </a:lnTo>
                <a:lnTo>
                  <a:pt x="4458516" y="267817"/>
                </a:lnTo>
                <a:lnTo>
                  <a:pt x="4502634" y="289870"/>
                </a:lnTo>
                <a:lnTo>
                  <a:pt x="4546326" y="312725"/>
                </a:lnTo>
                <a:lnTo>
                  <a:pt x="4589572" y="336371"/>
                </a:lnTo>
                <a:lnTo>
                  <a:pt x="4632352" y="360801"/>
                </a:lnTo>
                <a:lnTo>
                  <a:pt x="4674647" y="386007"/>
                </a:lnTo>
                <a:lnTo>
                  <a:pt x="4716437" y="411981"/>
                </a:lnTo>
                <a:lnTo>
                  <a:pt x="4757703" y="438714"/>
                </a:lnTo>
                <a:lnTo>
                  <a:pt x="4798424" y="466198"/>
                </a:lnTo>
                <a:lnTo>
                  <a:pt x="4838581" y="494424"/>
                </a:lnTo>
                <a:lnTo>
                  <a:pt x="4878154" y="523386"/>
                </a:lnTo>
                <a:lnTo>
                  <a:pt x="4917124" y="553074"/>
                </a:lnTo>
                <a:lnTo>
                  <a:pt x="4955471" y="583480"/>
                </a:lnTo>
                <a:lnTo>
                  <a:pt x="4993175" y="614596"/>
                </a:lnTo>
                <a:lnTo>
                  <a:pt x="5030216" y="646414"/>
                </a:lnTo>
                <a:lnTo>
                  <a:pt x="5066576" y="678925"/>
                </a:lnTo>
                <a:lnTo>
                  <a:pt x="5102234" y="712122"/>
                </a:lnTo>
                <a:lnTo>
                  <a:pt x="5137170" y="745996"/>
                </a:lnTo>
                <a:lnTo>
                  <a:pt x="5171365" y="780539"/>
                </a:lnTo>
                <a:lnTo>
                  <a:pt x="5204800" y="815742"/>
                </a:lnTo>
                <a:lnTo>
                  <a:pt x="5237453" y="851598"/>
                </a:lnTo>
                <a:lnTo>
                  <a:pt x="5269307" y="888099"/>
                </a:lnTo>
                <a:lnTo>
                  <a:pt x="5300341" y="925235"/>
                </a:lnTo>
                <a:lnTo>
                  <a:pt x="5330535" y="962999"/>
                </a:lnTo>
                <a:lnTo>
                  <a:pt x="5359870" y="1001383"/>
                </a:lnTo>
                <a:lnTo>
                  <a:pt x="5388330" y="1040143"/>
                </a:lnTo>
                <a:lnTo>
                  <a:pt x="5415913" y="1079508"/>
                </a:lnTo>
                <a:lnTo>
                  <a:pt x="5442623" y="1119461"/>
                </a:lnTo>
                <a:lnTo>
                  <a:pt x="5468462" y="1159986"/>
                </a:lnTo>
                <a:lnTo>
                  <a:pt x="5493433" y="1201068"/>
                </a:lnTo>
                <a:lnTo>
                  <a:pt x="5517539" y="1242689"/>
                </a:lnTo>
                <a:lnTo>
                  <a:pt x="5540781" y="1284833"/>
                </a:lnTo>
                <a:lnTo>
                  <a:pt x="5563164" y="1327485"/>
                </a:lnTo>
                <a:lnTo>
                  <a:pt x="5584689" y="1370628"/>
                </a:lnTo>
                <a:lnTo>
                  <a:pt x="5605359" y="1414246"/>
                </a:lnTo>
                <a:lnTo>
                  <a:pt x="5625176" y="1458322"/>
                </a:lnTo>
                <a:lnTo>
                  <a:pt x="5644145" y="1502841"/>
                </a:lnTo>
                <a:lnTo>
                  <a:pt x="5662266" y="1547786"/>
                </a:lnTo>
                <a:lnTo>
                  <a:pt x="5679544" y="1593140"/>
                </a:lnTo>
                <a:lnTo>
                  <a:pt x="5695980" y="1638889"/>
                </a:lnTo>
                <a:lnTo>
                  <a:pt x="5711577" y="1685014"/>
                </a:lnTo>
                <a:lnTo>
                  <a:pt x="5726338" y="1731501"/>
                </a:lnTo>
                <a:lnTo>
                  <a:pt x="5740266" y="1778332"/>
                </a:lnTo>
                <a:lnTo>
                  <a:pt x="5753363" y="1825492"/>
                </a:lnTo>
                <a:lnTo>
                  <a:pt x="5765631" y="1872965"/>
                </a:lnTo>
                <a:lnTo>
                  <a:pt x="5777075" y="1920734"/>
                </a:lnTo>
                <a:lnTo>
                  <a:pt x="5787696" y="1968782"/>
                </a:lnTo>
                <a:lnTo>
                  <a:pt x="5797496" y="2017095"/>
                </a:lnTo>
                <a:lnTo>
                  <a:pt x="5806479" y="2065654"/>
                </a:lnTo>
                <a:lnTo>
                  <a:pt x="5814648" y="2114445"/>
                </a:lnTo>
                <a:lnTo>
                  <a:pt x="5822004" y="2163451"/>
                </a:lnTo>
                <a:lnTo>
                  <a:pt x="5828552" y="2212656"/>
                </a:lnTo>
                <a:lnTo>
                  <a:pt x="5834292" y="2262043"/>
                </a:lnTo>
                <a:lnTo>
                  <a:pt x="5839228" y="2311596"/>
                </a:lnTo>
                <a:lnTo>
                  <a:pt x="5843364" y="2361299"/>
                </a:lnTo>
                <a:lnTo>
                  <a:pt x="5846700" y="2411136"/>
                </a:lnTo>
                <a:lnTo>
                  <a:pt x="5849240" y="2461091"/>
                </a:lnTo>
                <a:lnTo>
                  <a:pt x="5850988" y="2511146"/>
                </a:lnTo>
                <a:lnTo>
                  <a:pt x="5851944" y="2561287"/>
                </a:lnTo>
                <a:lnTo>
                  <a:pt x="5852113" y="2611497"/>
                </a:lnTo>
                <a:lnTo>
                  <a:pt x="5851496" y="2661759"/>
                </a:lnTo>
                <a:lnTo>
                  <a:pt x="5850097" y="2712057"/>
                </a:lnTo>
                <a:lnTo>
                  <a:pt x="5847917" y="2762376"/>
                </a:lnTo>
                <a:lnTo>
                  <a:pt x="5844961" y="2812698"/>
                </a:lnTo>
                <a:lnTo>
                  <a:pt x="5841230" y="2863008"/>
                </a:lnTo>
                <a:lnTo>
                  <a:pt x="5836727" y="2913289"/>
                </a:lnTo>
                <a:lnTo>
                  <a:pt x="5831455" y="2963525"/>
                </a:lnTo>
                <a:lnTo>
                  <a:pt x="5825416" y="3013701"/>
                </a:lnTo>
                <a:lnTo>
                  <a:pt x="5818613" y="3063798"/>
                </a:lnTo>
                <a:lnTo>
                  <a:pt x="5811049" y="3113802"/>
                </a:lnTo>
                <a:lnTo>
                  <a:pt x="5802727" y="3163697"/>
                </a:lnTo>
                <a:lnTo>
                  <a:pt x="5793649" y="3213465"/>
                </a:lnTo>
                <a:lnTo>
                  <a:pt x="5783817" y="3263091"/>
                </a:lnTo>
                <a:lnTo>
                  <a:pt x="5773235" y="3312558"/>
                </a:lnTo>
                <a:lnTo>
                  <a:pt x="5761905" y="3361851"/>
                </a:lnTo>
                <a:lnTo>
                  <a:pt x="5749582" y="3411947"/>
                </a:lnTo>
                <a:lnTo>
                  <a:pt x="5736499" y="3461817"/>
                </a:lnTo>
                <a:lnTo>
                  <a:pt x="5722663" y="3511442"/>
                </a:lnTo>
                <a:lnTo>
                  <a:pt x="5708081" y="3560806"/>
                </a:lnTo>
                <a:lnTo>
                  <a:pt x="5692758" y="3609890"/>
                </a:lnTo>
                <a:lnTo>
                  <a:pt x="5676703" y="3658677"/>
                </a:lnTo>
                <a:lnTo>
                  <a:pt x="5659920" y="3707149"/>
                </a:lnTo>
                <a:lnTo>
                  <a:pt x="5642417" y="3755288"/>
                </a:lnTo>
                <a:lnTo>
                  <a:pt x="5624199" y="3803078"/>
                </a:lnTo>
                <a:lnTo>
                  <a:pt x="5605275" y="3850499"/>
                </a:lnTo>
                <a:lnTo>
                  <a:pt x="5585649" y="3897535"/>
                </a:lnTo>
                <a:lnTo>
                  <a:pt x="5565329" y="3944168"/>
                </a:lnTo>
                <a:lnTo>
                  <a:pt x="5544321" y="3990380"/>
                </a:lnTo>
                <a:lnTo>
                  <a:pt x="5522631" y="4036154"/>
                </a:lnTo>
                <a:lnTo>
                  <a:pt x="5500267" y="4081471"/>
                </a:lnTo>
                <a:lnTo>
                  <a:pt x="5477234" y="4126314"/>
                </a:lnTo>
                <a:lnTo>
                  <a:pt x="5453539" y="4170667"/>
                </a:lnTo>
                <a:lnTo>
                  <a:pt x="5429188" y="4214509"/>
                </a:lnTo>
                <a:lnTo>
                  <a:pt x="5404189" y="4257826"/>
                </a:lnTo>
                <a:lnTo>
                  <a:pt x="5378547" y="4300597"/>
                </a:lnTo>
                <a:lnTo>
                  <a:pt x="5352269" y="4342807"/>
                </a:lnTo>
                <a:lnTo>
                  <a:pt x="5325361" y="4384437"/>
                </a:lnTo>
                <a:lnTo>
                  <a:pt x="5297830" y="4425469"/>
                </a:lnTo>
                <a:lnTo>
                  <a:pt x="5269683" y="4465886"/>
                </a:lnTo>
                <a:lnTo>
                  <a:pt x="5240926" y="4505671"/>
                </a:lnTo>
                <a:lnTo>
                  <a:pt x="5211565" y="4544805"/>
                </a:lnTo>
                <a:lnTo>
                  <a:pt x="5181608" y="4583271"/>
                </a:lnTo>
                <a:lnTo>
                  <a:pt x="5151059" y="4621051"/>
                </a:lnTo>
                <a:lnTo>
                  <a:pt x="5119927" y="4658128"/>
                </a:lnTo>
                <a:lnTo>
                  <a:pt x="5088217" y="4694483"/>
                </a:lnTo>
                <a:lnTo>
                  <a:pt x="5055936" y="4730100"/>
                </a:lnTo>
                <a:lnTo>
                  <a:pt x="5023091" y="4764961"/>
                </a:lnTo>
                <a:lnTo>
                  <a:pt x="4989687" y="4799048"/>
                </a:lnTo>
                <a:lnTo>
                  <a:pt x="4955732" y="4832342"/>
                </a:lnTo>
                <a:lnTo>
                  <a:pt x="4921232" y="4864828"/>
                </a:lnTo>
                <a:lnTo>
                  <a:pt x="4886193" y="4896486"/>
                </a:lnTo>
                <a:lnTo>
                  <a:pt x="4850622" y="4927300"/>
                </a:lnTo>
                <a:lnTo>
                  <a:pt x="4814526" y="4957251"/>
                </a:lnTo>
                <a:lnTo>
                  <a:pt x="4777910" y="4986322"/>
                </a:lnTo>
                <a:lnTo>
                  <a:pt x="4740782" y="5014496"/>
                </a:lnTo>
                <a:lnTo>
                  <a:pt x="4703148" y="5041754"/>
                </a:lnTo>
                <a:lnTo>
                  <a:pt x="4665014" y="5068080"/>
                </a:lnTo>
                <a:lnTo>
                  <a:pt x="4626387" y="5093454"/>
                </a:lnTo>
                <a:lnTo>
                  <a:pt x="4587274" y="5117860"/>
                </a:lnTo>
                <a:lnTo>
                  <a:pt x="4547680" y="5141281"/>
                </a:lnTo>
                <a:lnTo>
                  <a:pt x="4507613" y="5163697"/>
                </a:lnTo>
                <a:lnTo>
                  <a:pt x="4467079" y="5185093"/>
                </a:lnTo>
                <a:lnTo>
                  <a:pt x="4426084" y="5205449"/>
                </a:lnTo>
                <a:lnTo>
                  <a:pt x="4384635" y="5224749"/>
                </a:lnTo>
                <a:lnTo>
                  <a:pt x="4343576" y="5242615"/>
                </a:lnTo>
                <a:lnTo>
                  <a:pt x="4302086" y="5259442"/>
                </a:lnTo>
                <a:lnTo>
                  <a:pt x="4260174" y="5275241"/>
                </a:lnTo>
                <a:lnTo>
                  <a:pt x="4217847" y="5290023"/>
                </a:lnTo>
                <a:lnTo>
                  <a:pt x="4175115" y="5303798"/>
                </a:lnTo>
                <a:lnTo>
                  <a:pt x="4131985" y="5316580"/>
                </a:lnTo>
                <a:lnTo>
                  <a:pt x="4088466" y="5328378"/>
                </a:lnTo>
                <a:lnTo>
                  <a:pt x="4044566" y="5339204"/>
                </a:lnTo>
                <a:lnTo>
                  <a:pt x="4000294" y="5349070"/>
                </a:lnTo>
                <a:lnTo>
                  <a:pt x="3955659" y="5357986"/>
                </a:lnTo>
                <a:lnTo>
                  <a:pt x="3910668" y="5365964"/>
                </a:lnTo>
                <a:lnTo>
                  <a:pt x="3865330" y="5373015"/>
                </a:lnTo>
                <a:lnTo>
                  <a:pt x="3819653" y="5379150"/>
                </a:lnTo>
                <a:lnTo>
                  <a:pt x="3773647" y="5384381"/>
                </a:lnTo>
                <a:lnTo>
                  <a:pt x="3727318" y="5388719"/>
                </a:lnTo>
                <a:lnTo>
                  <a:pt x="3680677" y="5392176"/>
                </a:lnTo>
                <a:lnTo>
                  <a:pt x="3633730" y="5394762"/>
                </a:lnTo>
                <a:lnTo>
                  <a:pt x="3586487" y="5396488"/>
                </a:lnTo>
                <a:lnTo>
                  <a:pt x="3538955" y="53973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bg object 3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925050" y="9832975"/>
            <a:ext cx="5638800" cy="5600700"/>
          </a:xfrm>
          <a:prstGeom prst="rect">
            <a:avLst/>
          </a:prstGeom>
        </p:spPr>
      </p:pic>
      <p:sp>
        <p:nvSpPr>
          <p:cNvPr id="38" name="bg object 38"/>
          <p:cNvSpPr/>
          <p:nvPr/>
        </p:nvSpPr>
        <p:spPr>
          <a:xfrm>
            <a:off x="209532" y="9575800"/>
            <a:ext cx="6715759" cy="2404110"/>
          </a:xfrm>
          <a:custGeom>
            <a:avLst/>
            <a:gdLst/>
            <a:ahLst/>
            <a:cxnLst/>
            <a:rect l="l" t="t" r="r" b="b"/>
            <a:pathLst>
              <a:path w="6715759" h="2404109">
                <a:moveTo>
                  <a:pt x="3126787" y="2403787"/>
                </a:moveTo>
                <a:lnTo>
                  <a:pt x="3079211" y="2403350"/>
                </a:lnTo>
                <a:lnTo>
                  <a:pt x="3031944" y="2402354"/>
                </a:lnTo>
                <a:lnTo>
                  <a:pt x="2984987" y="2400801"/>
                </a:lnTo>
                <a:lnTo>
                  <a:pt x="2938339" y="2398697"/>
                </a:lnTo>
                <a:lnTo>
                  <a:pt x="2892003" y="2396043"/>
                </a:lnTo>
                <a:lnTo>
                  <a:pt x="2845980" y="2392843"/>
                </a:lnTo>
                <a:lnTo>
                  <a:pt x="2800269" y="2389101"/>
                </a:lnTo>
                <a:lnTo>
                  <a:pt x="2754872" y="2384820"/>
                </a:lnTo>
                <a:lnTo>
                  <a:pt x="2709790" y="2380003"/>
                </a:lnTo>
                <a:lnTo>
                  <a:pt x="2665024" y="2374654"/>
                </a:lnTo>
                <a:lnTo>
                  <a:pt x="2620574" y="2368775"/>
                </a:lnTo>
                <a:lnTo>
                  <a:pt x="2576442" y="2362372"/>
                </a:lnTo>
                <a:lnTo>
                  <a:pt x="2532628" y="2355446"/>
                </a:lnTo>
                <a:lnTo>
                  <a:pt x="2489133" y="2348001"/>
                </a:lnTo>
                <a:lnTo>
                  <a:pt x="2445959" y="2340041"/>
                </a:lnTo>
                <a:lnTo>
                  <a:pt x="2403106" y="2331569"/>
                </a:lnTo>
                <a:lnTo>
                  <a:pt x="2360574" y="2322588"/>
                </a:lnTo>
                <a:lnTo>
                  <a:pt x="2318366" y="2313102"/>
                </a:lnTo>
                <a:lnTo>
                  <a:pt x="2276481" y="2303114"/>
                </a:lnTo>
                <a:lnTo>
                  <a:pt x="2234920" y="2292627"/>
                </a:lnTo>
                <a:lnTo>
                  <a:pt x="2193686" y="2281645"/>
                </a:lnTo>
                <a:lnTo>
                  <a:pt x="2152777" y="2270172"/>
                </a:lnTo>
                <a:lnTo>
                  <a:pt x="2112196" y="2258210"/>
                </a:lnTo>
                <a:lnTo>
                  <a:pt x="2071943" y="2245763"/>
                </a:lnTo>
                <a:lnTo>
                  <a:pt x="2032019" y="2232834"/>
                </a:lnTo>
                <a:lnTo>
                  <a:pt x="1992425" y="2219426"/>
                </a:lnTo>
                <a:lnTo>
                  <a:pt x="1953162" y="2205544"/>
                </a:lnTo>
                <a:lnTo>
                  <a:pt x="1914230" y="2191191"/>
                </a:lnTo>
                <a:lnTo>
                  <a:pt x="1875631" y="2176369"/>
                </a:lnTo>
                <a:lnTo>
                  <a:pt x="1837366" y="2161082"/>
                </a:lnTo>
                <a:lnTo>
                  <a:pt x="1799435" y="2145334"/>
                </a:lnTo>
                <a:lnTo>
                  <a:pt x="1761839" y="2129127"/>
                </a:lnTo>
                <a:lnTo>
                  <a:pt x="1724580" y="2112466"/>
                </a:lnTo>
                <a:lnTo>
                  <a:pt x="1687657" y="2095354"/>
                </a:lnTo>
                <a:lnTo>
                  <a:pt x="1651072" y="2077794"/>
                </a:lnTo>
                <a:lnTo>
                  <a:pt x="1614827" y="2059789"/>
                </a:lnTo>
                <a:lnTo>
                  <a:pt x="1578921" y="2041343"/>
                </a:lnTo>
                <a:lnTo>
                  <a:pt x="1543355" y="2022459"/>
                </a:lnTo>
                <a:lnTo>
                  <a:pt x="1508131" y="2003140"/>
                </a:lnTo>
                <a:lnTo>
                  <a:pt x="1473250" y="1983391"/>
                </a:lnTo>
                <a:lnTo>
                  <a:pt x="1438711" y="1963214"/>
                </a:lnTo>
                <a:lnTo>
                  <a:pt x="1404517" y="1942612"/>
                </a:lnTo>
                <a:lnTo>
                  <a:pt x="1370668" y="1921590"/>
                </a:lnTo>
                <a:lnTo>
                  <a:pt x="1337165" y="1900149"/>
                </a:lnTo>
                <a:lnTo>
                  <a:pt x="1304009" y="1878295"/>
                </a:lnTo>
                <a:lnTo>
                  <a:pt x="1271200" y="1856030"/>
                </a:lnTo>
                <a:lnTo>
                  <a:pt x="1238741" y="1833357"/>
                </a:lnTo>
                <a:lnTo>
                  <a:pt x="1206630" y="1810280"/>
                </a:lnTo>
                <a:lnTo>
                  <a:pt x="1174870" y="1786803"/>
                </a:lnTo>
                <a:lnTo>
                  <a:pt x="1143461" y="1762928"/>
                </a:lnTo>
                <a:lnTo>
                  <a:pt x="1112405" y="1738659"/>
                </a:lnTo>
                <a:lnTo>
                  <a:pt x="1081701" y="1714000"/>
                </a:lnTo>
                <a:lnTo>
                  <a:pt x="1051352" y="1688953"/>
                </a:lnTo>
                <a:lnTo>
                  <a:pt x="1021357" y="1663522"/>
                </a:lnTo>
                <a:lnTo>
                  <a:pt x="991718" y="1637711"/>
                </a:lnTo>
                <a:lnTo>
                  <a:pt x="962435" y="1611523"/>
                </a:lnTo>
                <a:lnTo>
                  <a:pt x="933511" y="1584961"/>
                </a:lnTo>
                <a:lnTo>
                  <a:pt x="904944" y="1558029"/>
                </a:lnTo>
                <a:lnTo>
                  <a:pt x="876737" y="1530730"/>
                </a:lnTo>
                <a:lnTo>
                  <a:pt x="848890" y="1503067"/>
                </a:lnTo>
                <a:lnTo>
                  <a:pt x="821404" y="1475044"/>
                </a:lnTo>
                <a:lnTo>
                  <a:pt x="794280" y="1446664"/>
                </a:lnTo>
                <a:lnTo>
                  <a:pt x="767519" y="1417930"/>
                </a:lnTo>
                <a:lnTo>
                  <a:pt x="741121" y="1388847"/>
                </a:lnTo>
                <a:lnTo>
                  <a:pt x="715088" y="1359416"/>
                </a:lnTo>
                <a:lnTo>
                  <a:pt x="689421" y="1329642"/>
                </a:lnTo>
                <a:lnTo>
                  <a:pt x="664120" y="1299529"/>
                </a:lnTo>
                <a:lnTo>
                  <a:pt x="639187" y="1269078"/>
                </a:lnTo>
                <a:lnTo>
                  <a:pt x="614621" y="1238295"/>
                </a:lnTo>
                <a:lnTo>
                  <a:pt x="590425" y="1207181"/>
                </a:lnTo>
                <a:lnTo>
                  <a:pt x="566598" y="1175741"/>
                </a:lnTo>
                <a:lnTo>
                  <a:pt x="543143" y="1143978"/>
                </a:lnTo>
                <a:lnTo>
                  <a:pt x="520059" y="1111895"/>
                </a:lnTo>
                <a:lnTo>
                  <a:pt x="497348" y="1079496"/>
                </a:lnTo>
                <a:lnTo>
                  <a:pt x="475010" y="1046783"/>
                </a:lnTo>
                <a:lnTo>
                  <a:pt x="453047" y="1013761"/>
                </a:lnTo>
                <a:lnTo>
                  <a:pt x="431459" y="980433"/>
                </a:lnTo>
                <a:lnTo>
                  <a:pt x="410247" y="946802"/>
                </a:lnTo>
                <a:lnTo>
                  <a:pt x="389412" y="912871"/>
                </a:lnTo>
                <a:lnTo>
                  <a:pt x="368955" y="878644"/>
                </a:lnTo>
                <a:lnTo>
                  <a:pt x="348877" y="844125"/>
                </a:lnTo>
                <a:lnTo>
                  <a:pt x="329179" y="809316"/>
                </a:lnTo>
                <a:lnTo>
                  <a:pt x="309862" y="774221"/>
                </a:lnTo>
                <a:lnTo>
                  <a:pt x="290925" y="738843"/>
                </a:lnTo>
                <a:lnTo>
                  <a:pt x="272372" y="703186"/>
                </a:lnTo>
                <a:lnTo>
                  <a:pt x="254201" y="667253"/>
                </a:lnTo>
                <a:lnTo>
                  <a:pt x="236415" y="631048"/>
                </a:lnTo>
                <a:lnTo>
                  <a:pt x="219014" y="594573"/>
                </a:lnTo>
                <a:lnTo>
                  <a:pt x="201999" y="557833"/>
                </a:lnTo>
                <a:lnTo>
                  <a:pt x="185371" y="520830"/>
                </a:lnTo>
                <a:lnTo>
                  <a:pt x="169130" y="483569"/>
                </a:lnTo>
                <a:lnTo>
                  <a:pt x="153278" y="446051"/>
                </a:lnTo>
                <a:lnTo>
                  <a:pt x="137816" y="408281"/>
                </a:lnTo>
                <a:lnTo>
                  <a:pt x="122744" y="370263"/>
                </a:lnTo>
                <a:lnTo>
                  <a:pt x="108063" y="331999"/>
                </a:lnTo>
                <a:lnTo>
                  <a:pt x="93775" y="293492"/>
                </a:lnTo>
                <a:lnTo>
                  <a:pt x="79879" y="254747"/>
                </a:lnTo>
                <a:lnTo>
                  <a:pt x="66378" y="215766"/>
                </a:lnTo>
                <a:lnTo>
                  <a:pt x="53272" y="176554"/>
                </a:lnTo>
                <a:lnTo>
                  <a:pt x="40561" y="137113"/>
                </a:lnTo>
                <a:lnTo>
                  <a:pt x="28246" y="97446"/>
                </a:lnTo>
                <a:lnTo>
                  <a:pt x="16330" y="57557"/>
                </a:lnTo>
                <a:lnTo>
                  <a:pt x="4812" y="17450"/>
                </a:lnTo>
                <a:lnTo>
                  <a:pt x="0" y="0"/>
                </a:lnTo>
                <a:lnTo>
                  <a:pt x="6715702" y="0"/>
                </a:lnTo>
                <a:lnTo>
                  <a:pt x="6701121" y="14983"/>
                </a:lnTo>
                <a:lnTo>
                  <a:pt x="6668544" y="48815"/>
                </a:lnTo>
                <a:lnTo>
                  <a:pt x="6603638" y="117214"/>
                </a:lnTo>
                <a:lnTo>
                  <a:pt x="6539015" y="186499"/>
                </a:lnTo>
                <a:lnTo>
                  <a:pt x="6474621" y="256556"/>
                </a:lnTo>
                <a:lnTo>
                  <a:pt x="6378344" y="362842"/>
                </a:lnTo>
                <a:lnTo>
                  <a:pt x="5961283" y="831208"/>
                </a:lnTo>
                <a:lnTo>
                  <a:pt x="5864048" y="938935"/>
                </a:lnTo>
                <a:lnTo>
                  <a:pt x="5798817" y="1010254"/>
                </a:lnTo>
                <a:lnTo>
                  <a:pt x="5733196" y="1081040"/>
                </a:lnTo>
                <a:lnTo>
                  <a:pt x="5667132" y="1151181"/>
                </a:lnTo>
                <a:lnTo>
                  <a:pt x="5633918" y="1185974"/>
                </a:lnTo>
                <a:lnTo>
                  <a:pt x="5600572" y="1220563"/>
                </a:lnTo>
                <a:lnTo>
                  <a:pt x="5567088" y="1254933"/>
                </a:lnTo>
                <a:lnTo>
                  <a:pt x="5533461" y="1289072"/>
                </a:lnTo>
                <a:lnTo>
                  <a:pt x="5499682" y="1322964"/>
                </a:lnTo>
                <a:lnTo>
                  <a:pt x="5465745" y="1356595"/>
                </a:lnTo>
                <a:lnTo>
                  <a:pt x="5431643" y="1389952"/>
                </a:lnTo>
                <a:lnTo>
                  <a:pt x="5397371" y="1423019"/>
                </a:lnTo>
                <a:lnTo>
                  <a:pt x="5362920" y="1455784"/>
                </a:lnTo>
                <a:lnTo>
                  <a:pt x="5328285" y="1488230"/>
                </a:lnTo>
                <a:lnTo>
                  <a:pt x="5293458" y="1520346"/>
                </a:lnTo>
                <a:lnTo>
                  <a:pt x="5258432" y="1552115"/>
                </a:lnTo>
                <a:lnTo>
                  <a:pt x="5223202" y="1583525"/>
                </a:lnTo>
                <a:lnTo>
                  <a:pt x="5187760" y="1614561"/>
                </a:lnTo>
                <a:lnTo>
                  <a:pt x="5152100" y="1645208"/>
                </a:lnTo>
                <a:lnTo>
                  <a:pt x="5116215" y="1675453"/>
                </a:lnTo>
                <a:lnTo>
                  <a:pt x="5080097" y="1705281"/>
                </a:lnTo>
                <a:lnTo>
                  <a:pt x="5043742" y="1734678"/>
                </a:lnTo>
                <a:lnTo>
                  <a:pt x="5007140" y="1763631"/>
                </a:lnTo>
                <a:lnTo>
                  <a:pt x="4970287" y="1792124"/>
                </a:lnTo>
                <a:lnTo>
                  <a:pt x="4933175" y="1820144"/>
                </a:lnTo>
                <a:lnTo>
                  <a:pt x="4895798" y="1847676"/>
                </a:lnTo>
                <a:lnTo>
                  <a:pt x="4858148" y="1874707"/>
                </a:lnTo>
                <a:lnTo>
                  <a:pt x="4820219" y="1901222"/>
                </a:lnTo>
                <a:lnTo>
                  <a:pt x="4782005" y="1927206"/>
                </a:lnTo>
                <a:lnTo>
                  <a:pt x="4743498" y="1952647"/>
                </a:lnTo>
                <a:lnTo>
                  <a:pt x="4704693" y="1977529"/>
                </a:lnTo>
                <a:lnTo>
                  <a:pt x="4665581" y="2001838"/>
                </a:lnTo>
                <a:lnTo>
                  <a:pt x="4626157" y="2025560"/>
                </a:lnTo>
                <a:lnTo>
                  <a:pt x="4586413" y="2048682"/>
                </a:lnTo>
                <a:lnTo>
                  <a:pt x="4546344" y="2071188"/>
                </a:lnTo>
                <a:lnTo>
                  <a:pt x="4505941" y="2093066"/>
                </a:lnTo>
                <a:lnTo>
                  <a:pt x="4465199" y="2114299"/>
                </a:lnTo>
                <a:lnTo>
                  <a:pt x="4424111" y="2134875"/>
                </a:lnTo>
                <a:lnTo>
                  <a:pt x="4382670" y="2154779"/>
                </a:lnTo>
                <a:lnTo>
                  <a:pt x="4340869" y="2173997"/>
                </a:lnTo>
                <a:lnTo>
                  <a:pt x="4298702" y="2192515"/>
                </a:lnTo>
                <a:lnTo>
                  <a:pt x="4256162" y="2210318"/>
                </a:lnTo>
                <a:lnTo>
                  <a:pt x="4213242" y="2227393"/>
                </a:lnTo>
                <a:lnTo>
                  <a:pt x="4169935" y="2243724"/>
                </a:lnTo>
                <a:lnTo>
                  <a:pt x="4126235" y="2259299"/>
                </a:lnTo>
                <a:lnTo>
                  <a:pt x="4082135" y="2274103"/>
                </a:lnTo>
                <a:lnTo>
                  <a:pt x="4037628" y="2288122"/>
                </a:lnTo>
                <a:lnTo>
                  <a:pt x="3992708" y="2301341"/>
                </a:lnTo>
                <a:lnTo>
                  <a:pt x="3947367" y="2313746"/>
                </a:lnTo>
                <a:lnTo>
                  <a:pt x="3901600" y="2325324"/>
                </a:lnTo>
                <a:lnTo>
                  <a:pt x="3855399" y="2336059"/>
                </a:lnTo>
                <a:lnTo>
                  <a:pt x="3808757" y="2345938"/>
                </a:lnTo>
                <a:lnTo>
                  <a:pt x="3761668" y="2354947"/>
                </a:lnTo>
                <a:lnTo>
                  <a:pt x="3714126" y="2363072"/>
                </a:lnTo>
                <a:lnTo>
                  <a:pt x="3666123" y="2370297"/>
                </a:lnTo>
                <a:lnTo>
                  <a:pt x="3617652" y="2376610"/>
                </a:lnTo>
                <a:lnTo>
                  <a:pt x="3568708" y="2381995"/>
                </a:lnTo>
                <a:lnTo>
                  <a:pt x="3518395" y="2386744"/>
                </a:lnTo>
                <a:lnTo>
                  <a:pt x="3468382" y="2390902"/>
                </a:lnTo>
                <a:lnTo>
                  <a:pt x="3418671" y="2394475"/>
                </a:lnTo>
                <a:lnTo>
                  <a:pt x="3369263" y="2397464"/>
                </a:lnTo>
                <a:lnTo>
                  <a:pt x="3320158" y="2399875"/>
                </a:lnTo>
                <a:lnTo>
                  <a:pt x="3271357" y="2401708"/>
                </a:lnTo>
                <a:lnTo>
                  <a:pt x="3222860" y="2402970"/>
                </a:lnTo>
                <a:lnTo>
                  <a:pt x="3174670" y="2403661"/>
                </a:lnTo>
                <a:lnTo>
                  <a:pt x="3126787" y="2403787"/>
                </a:lnTo>
                <a:close/>
              </a:path>
            </a:pathLst>
          </a:custGeom>
          <a:solidFill>
            <a:srgbClr val="FFC752">
              <a:alpha val="19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4261091" y="9575800"/>
            <a:ext cx="13087350" cy="6210300"/>
          </a:xfrm>
          <a:custGeom>
            <a:avLst/>
            <a:gdLst/>
            <a:ahLst/>
            <a:cxnLst/>
            <a:rect l="l" t="t" r="r" b="b"/>
            <a:pathLst>
              <a:path w="13087350" h="6210300">
                <a:moveTo>
                  <a:pt x="13087096" y="12"/>
                </a:moveTo>
                <a:lnTo>
                  <a:pt x="11715306" y="12"/>
                </a:lnTo>
                <a:lnTo>
                  <a:pt x="9182570" y="0"/>
                </a:lnTo>
                <a:lnTo>
                  <a:pt x="7276211" y="0"/>
                </a:lnTo>
                <a:lnTo>
                  <a:pt x="6210300" y="0"/>
                </a:lnTo>
                <a:lnTo>
                  <a:pt x="0" y="6210300"/>
                </a:lnTo>
                <a:lnTo>
                  <a:pt x="1065911" y="6210300"/>
                </a:lnTo>
                <a:lnTo>
                  <a:pt x="4517885" y="6210300"/>
                </a:lnTo>
                <a:lnTo>
                  <a:pt x="5543067" y="6210300"/>
                </a:lnTo>
                <a:lnTo>
                  <a:pt x="6594068" y="5159299"/>
                </a:lnTo>
                <a:lnTo>
                  <a:pt x="6600215" y="5198034"/>
                </a:lnTo>
                <a:lnTo>
                  <a:pt x="6609524" y="5241683"/>
                </a:lnTo>
                <a:lnTo>
                  <a:pt x="6621158" y="5284863"/>
                </a:lnTo>
                <a:lnTo>
                  <a:pt x="6635115" y="5327485"/>
                </a:lnTo>
                <a:lnTo>
                  <a:pt x="6651396" y="5369445"/>
                </a:lnTo>
                <a:lnTo>
                  <a:pt x="6670002" y="5410644"/>
                </a:lnTo>
                <a:lnTo>
                  <a:pt x="6690931" y="5450967"/>
                </a:lnTo>
                <a:lnTo>
                  <a:pt x="6714198" y="5490324"/>
                </a:lnTo>
                <a:lnTo>
                  <a:pt x="6739788" y="5528602"/>
                </a:lnTo>
                <a:lnTo>
                  <a:pt x="6767703" y="5565711"/>
                </a:lnTo>
                <a:lnTo>
                  <a:pt x="6797942" y="5601551"/>
                </a:lnTo>
                <a:lnTo>
                  <a:pt x="6830504" y="5636006"/>
                </a:lnTo>
                <a:lnTo>
                  <a:pt x="6864959" y="5668569"/>
                </a:lnTo>
                <a:lnTo>
                  <a:pt x="6900799" y="5698807"/>
                </a:lnTo>
                <a:lnTo>
                  <a:pt x="6937908" y="5726722"/>
                </a:lnTo>
                <a:lnTo>
                  <a:pt x="6976186" y="5752312"/>
                </a:lnTo>
                <a:lnTo>
                  <a:pt x="7015543" y="5775579"/>
                </a:lnTo>
                <a:lnTo>
                  <a:pt x="7055866" y="5796508"/>
                </a:lnTo>
                <a:lnTo>
                  <a:pt x="7097065" y="5815114"/>
                </a:lnTo>
                <a:lnTo>
                  <a:pt x="7139025" y="5831395"/>
                </a:lnTo>
                <a:lnTo>
                  <a:pt x="7181647" y="5845353"/>
                </a:lnTo>
                <a:lnTo>
                  <a:pt x="7224827" y="5856986"/>
                </a:lnTo>
                <a:lnTo>
                  <a:pt x="7268477" y="5866295"/>
                </a:lnTo>
                <a:lnTo>
                  <a:pt x="7312469" y="5873267"/>
                </a:lnTo>
                <a:lnTo>
                  <a:pt x="7356729" y="5877928"/>
                </a:lnTo>
                <a:lnTo>
                  <a:pt x="7401141" y="5880252"/>
                </a:lnTo>
                <a:lnTo>
                  <a:pt x="7445591" y="5880252"/>
                </a:lnTo>
                <a:lnTo>
                  <a:pt x="7490003" y="5877928"/>
                </a:lnTo>
                <a:lnTo>
                  <a:pt x="7534262" y="5873267"/>
                </a:lnTo>
                <a:lnTo>
                  <a:pt x="7578255" y="5866295"/>
                </a:lnTo>
                <a:lnTo>
                  <a:pt x="7621905" y="5856986"/>
                </a:lnTo>
                <a:lnTo>
                  <a:pt x="7665085" y="5845353"/>
                </a:lnTo>
                <a:lnTo>
                  <a:pt x="7707706" y="5831395"/>
                </a:lnTo>
                <a:lnTo>
                  <a:pt x="7749667" y="5815114"/>
                </a:lnTo>
                <a:lnTo>
                  <a:pt x="7790853" y="5796508"/>
                </a:lnTo>
                <a:lnTo>
                  <a:pt x="7831175" y="5775579"/>
                </a:lnTo>
                <a:lnTo>
                  <a:pt x="7870533" y="5752312"/>
                </a:lnTo>
                <a:lnTo>
                  <a:pt x="7908811" y="5726722"/>
                </a:lnTo>
                <a:lnTo>
                  <a:pt x="7945920" y="5698807"/>
                </a:lnTo>
                <a:lnTo>
                  <a:pt x="7981747" y="5668569"/>
                </a:lnTo>
                <a:lnTo>
                  <a:pt x="8016202" y="5636006"/>
                </a:lnTo>
                <a:lnTo>
                  <a:pt x="12899720" y="752525"/>
                </a:lnTo>
                <a:lnTo>
                  <a:pt x="12932283" y="718070"/>
                </a:lnTo>
                <a:lnTo>
                  <a:pt x="12962522" y="682244"/>
                </a:lnTo>
                <a:lnTo>
                  <a:pt x="12990436" y="645121"/>
                </a:lnTo>
                <a:lnTo>
                  <a:pt x="13016027" y="606844"/>
                </a:lnTo>
                <a:lnTo>
                  <a:pt x="13039281" y="567486"/>
                </a:lnTo>
                <a:lnTo>
                  <a:pt x="13060223" y="527164"/>
                </a:lnTo>
                <a:lnTo>
                  <a:pt x="13078828" y="485965"/>
                </a:lnTo>
                <a:lnTo>
                  <a:pt x="13087096" y="464654"/>
                </a:lnTo>
                <a:lnTo>
                  <a:pt x="13087096" y="12"/>
                </a:lnTo>
                <a:close/>
              </a:path>
            </a:pathLst>
          </a:custGeom>
          <a:solidFill>
            <a:srgbClr val="FFC752">
              <a:alpha val="587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0" name="bg object 4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2383385" y="9575800"/>
            <a:ext cx="147878" cy="118924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1964639" y="9575800"/>
            <a:ext cx="12780645" cy="6210935"/>
          </a:xfrm>
          <a:custGeom>
            <a:avLst/>
            <a:gdLst/>
            <a:ahLst/>
            <a:cxnLst/>
            <a:rect l="l" t="t" r="r" b="b"/>
            <a:pathLst>
              <a:path w="12780644" h="6210934">
                <a:moveTo>
                  <a:pt x="753948" y="5543270"/>
                </a:moveTo>
                <a:lnTo>
                  <a:pt x="751624" y="5535485"/>
                </a:lnTo>
                <a:lnTo>
                  <a:pt x="746658" y="5529415"/>
                </a:lnTo>
                <a:lnTo>
                  <a:pt x="739775" y="5525630"/>
                </a:lnTo>
                <a:lnTo>
                  <a:pt x="731685" y="5524703"/>
                </a:lnTo>
                <a:lnTo>
                  <a:pt x="419671" y="5552948"/>
                </a:lnTo>
                <a:lnTo>
                  <a:pt x="374205" y="5866727"/>
                </a:lnTo>
                <a:lnTo>
                  <a:pt x="79146" y="5893460"/>
                </a:lnTo>
                <a:lnTo>
                  <a:pt x="33642" y="6207239"/>
                </a:lnTo>
                <a:lnTo>
                  <a:pt x="0" y="6210312"/>
                </a:lnTo>
                <a:lnTo>
                  <a:pt x="74536" y="6210312"/>
                </a:lnTo>
                <a:lnTo>
                  <a:pt x="99860" y="5932729"/>
                </a:lnTo>
                <a:lnTo>
                  <a:pt x="394906" y="5906046"/>
                </a:lnTo>
                <a:lnTo>
                  <a:pt x="440372" y="5592254"/>
                </a:lnTo>
                <a:lnTo>
                  <a:pt x="735380" y="5565533"/>
                </a:lnTo>
                <a:lnTo>
                  <a:pt x="743178" y="5563209"/>
                </a:lnTo>
                <a:lnTo>
                  <a:pt x="749274" y="5558244"/>
                </a:lnTo>
                <a:lnTo>
                  <a:pt x="753071" y="5551360"/>
                </a:lnTo>
                <a:lnTo>
                  <a:pt x="753948" y="5543270"/>
                </a:lnTo>
                <a:close/>
              </a:path>
              <a:path w="12780644" h="6210934">
                <a:moveTo>
                  <a:pt x="3709009" y="3350780"/>
                </a:moveTo>
                <a:lnTo>
                  <a:pt x="3707498" y="3343084"/>
                </a:lnTo>
                <a:lnTo>
                  <a:pt x="3702989" y="3336315"/>
                </a:lnTo>
                <a:lnTo>
                  <a:pt x="3696208" y="3331794"/>
                </a:lnTo>
                <a:lnTo>
                  <a:pt x="3688511" y="3330283"/>
                </a:lnTo>
                <a:lnTo>
                  <a:pt x="3680790" y="3331794"/>
                </a:lnTo>
                <a:lnTo>
                  <a:pt x="3673995" y="3336315"/>
                </a:lnTo>
                <a:lnTo>
                  <a:pt x="799998" y="6210312"/>
                </a:lnTo>
                <a:lnTo>
                  <a:pt x="857973" y="6210312"/>
                </a:lnTo>
                <a:lnTo>
                  <a:pt x="3702989" y="3365296"/>
                </a:lnTo>
                <a:lnTo>
                  <a:pt x="3707498" y="3358502"/>
                </a:lnTo>
                <a:lnTo>
                  <a:pt x="3709009" y="3350780"/>
                </a:lnTo>
                <a:close/>
              </a:path>
              <a:path w="12780644" h="6210934">
                <a:moveTo>
                  <a:pt x="12780417" y="0"/>
                </a:moveTo>
                <a:lnTo>
                  <a:pt x="12722441" y="0"/>
                </a:lnTo>
                <a:lnTo>
                  <a:pt x="6512141" y="6210300"/>
                </a:lnTo>
                <a:lnTo>
                  <a:pt x="6570116" y="6210300"/>
                </a:lnTo>
                <a:lnTo>
                  <a:pt x="12780417" y="0"/>
                </a:lnTo>
                <a:close/>
              </a:path>
            </a:pathLst>
          </a:custGeom>
          <a:solidFill>
            <a:srgbClr val="FFC752">
              <a:alpha val="58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7410" y="632460"/>
            <a:ext cx="15613380" cy="2529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7410" y="3636645"/>
            <a:ext cx="15613380" cy="1043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898388" y="14704695"/>
            <a:ext cx="5551424" cy="790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67410" y="14704695"/>
            <a:ext cx="3990086" cy="790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490704" y="14704695"/>
            <a:ext cx="3990086" cy="790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image" Target="../media/image26.png"/><Relationship Id="rId17" Type="http://schemas.openxmlformats.org/officeDocument/2006/relationships/image" Target="../media/image27.png"/><Relationship Id="rId18" Type="http://schemas.openxmlformats.org/officeDocument/2006/relationships/image" Target="../media/image28.png"/><Relationship Id="rId19" Type="http://schemas.openxmlformats.org/officeDocument/2006/relationships/image" Target="../media/image29.png"/><Relationship Id="rId20" Type="http://schemas.openxmlformats.org/officeDocument/2006/relationships/image" Target="../media/image30.png"/><Relationship Id="rId21" Type="http://schemas.openxmlformats.org/officeDocument/2006/relationships/image" Target="../media/image31.png"/><Relationship Id="rId22" Type="http://schemas.openxmlformats.org/officeDocument/2006/relationships/image" Target="../media/image32.png"/><Relationship Id="rId23" Type="http://schemas.openxmlformats.org/officeDocument/2006/relationships/image" Target="../media/image33.png"/><Relationship Id="rId24" Type="http://schemas.openxmlformats.org/officeDocument/2006/relationships/image" Target="../media/image34.png"/><Relationship Id="rId25" Type="http://schemas.openxmlformats.org/officeDocument/2006/relationships/image" Target="../media/image3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3400" y="71983"/>
            <a:ext cx="12382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135">
                <a:solidFill>
                  <a:srgbClr val="494F57"/>
                </a:solidFill>
                <a:latin typeface="Arial"/>
                <a:cs typeface="Arial"/>
              </a:rPr>
              <a:t>:::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70113" y="923785"/>
            <a:ext cx="1743710" cy="429895"/>
            <a:chOff x="6170113" y="923785"/>
            <a:chExt cx="1743710" cy="429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113" y="1140542"/>
              <a:ext cx="1743671" cy="2130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83756" y="926007"/>
              <a:ext cx="1367155" cy="304800"/>
            </a:xfrm>
            <a:custGeom>
              <a:avLst/>
              <a:gdLst/>
              <a:ahLst/>
              <a:cxnLst/>
              <a:rect l="l" t="t" r="r" b="b"/>
              <a:pathLst>
                <a:path w="1367154" h="304800">
                  <a:moveTo>
                    <a:pt x="180619" y="167081"/>
                  </a:moveTo>
                  <a:lnTo>
                    <a:pt x="142646" y="167081"/>
                  </a:lnTo>
                  <a:lnTo>
                    <a:pt x="142646" y="191185"/>
                  </a:lnTo>
                  <a:lnTo>
                    <a:pt x="180619" y="191185"/>
                  </a:lnTo>
                  <a:lnTo>
                    <a:pt x="180619" y="167081"/>
                  </a:lnTo>
                  <a:close/>
                </a:path>
                <a:path w="1367154" h="304800">
                  <a:moveTo>
                    <a:pt x="142646" y="277037"/>
                  </a:moveTo>
                  <a:lnTo>
                    <a:pt x="120192" y="277037"/>
                  </a:lnTo>
                  <a:lnTo>
                    <a:pt x="120626" y="269505"/>
                  </a:lnTo>
                  <a:lnTo>
                    <a:pt x="120935" y="261766"/>
                  </a:lnTo>
                  <a:lnTo>
                    <a:pt x="121121" y="253820"/>
                  </a:lnTo>
                  <a:lnTo>
                    <a:pt x="121183" y="245668"/>
                  </a:lnTo>
                  <a:lnTo>
                    <a:pt x="121183" y="175666"/>
                  </a:lnTo>
                  <a:lnTo>
                    <a:pt x="121183" y="167961"/>
                  </a:lnTo>
                  <a:lnTo>
                    <a:pt x="121128" y="161908"/>
                  </a:lnTo>
                  <a:lnTo>
                    <a:pt x="121018" y="157505"/>
                  </a:lnTo>
                  <a:lnTo>
                    <a:pt x="120908" y="153102"/>
                  </a:lnTo>
                  <a:lnTo>
                    <a:pt x="120633" y="149250"/>
                  </a:lnTo>
                  <a:lnTo>
                    <a:pt x="120192" y="145948"/>
                  </a:lnTo>
                  <a:lnTo>
                    <a:pt x="123274" y="146388"/>
                  </a:lnTo>
                  <a:lnTo>
                    <a:pt x="128667" y="146773"/>
                  </a:lnTo>
                  <a:lnTo>
                    <a:pt x="136372" y="147104"/>
                  </a:lnTo>
                  <a:lnTo>
                    <a:pt x="144077" y="147434"/>
                  </a:lnTo>
                  <a:lnTo>
                    <a:pt x="152442" y="147599"/>
                  </a:lnTo>
                  <a:lnTo>
                    <a:pt x="161467" y="147599"/>
                  </a:lnTo>
                  <a:lnTo>
                    <a:pt x="170493" y="147599"/>
                  </a:lnTo>
                  <a:lnTo>
                    <a:pt x="178858" y="147434"/>
                  </a:lnTo>
                  <a:lnTo>
                    <a:pt x="186563" y="147104"/>
                  </a:lnTo>
                  <a:lnTo>
                    <a:pt x="194267" y="146773"/>
                  </a:lnTo>
                  <a:lnTo>
                    <a:pt x="199660" y="146388"/>
                  </a:lnTo>
                  <a:lnTo>
                    <a:pt x="202742" y="145948"/>
                  </a:lnTo>
                  <a:lnTo>
                    <a:pt x="202302" y="149250"/>
                  </a:lnTo>
                  <a:lnTo>
                    <a:pt x="202027" y="152992"/>
                  </a:lnTo>
                  <a:lnTo>
                    <a:pt x="201917" y="157175"/>
                  </a:lnTo>
                  <a:lnTo>
                    <a:pt x="201807" y="161357"/>
                  </a:lnTo>
                  <a:lnTo>
                    <a:pt x="201752" y="167521"/>
                  </a:lnTo>
                  <a:lnTo>
                    <a:pt x="201752" y="175666"/>
                  </a:lnTo>
                  <a:lnTo>
                    <a:pt x="201752" y="228828"/>
                  </a:lnTo>
                  <a:lnTo>
                    <a:pt x="201752" y="233231"/>
                  </a:lnTo>
                  <a:lnTo>
                    <a:pt x="201752" y="238404"/>
                  </a:lnTo>
                  <a:lnTo>
                    <a:pt x="201752" y="244347"/>
                  </a:lnTo>
                  <a:lnTo>
                    <a:pt x="201752" y="250291"/>
                  </a:lnTo>
                  <a:lnTo>
                    <a:pt x="201972" y="255684"/>
                  </a:lnTo>
                  <a:lnTo>
                    <a:pt x="202412" y="260527"/>
                  </a:lnTo>
                  <a:lnTo>
                    <a:pt x="180619" y="260527"/>
                  </a:lnTo>
                  <a:lnTo>
                    <a:pt x="180619" y="247319"/>
                  </a:lnTo>
                  <a:lnTo>
                    <a:pt x="142646" y="247319"/>
                  </a:lnTo>
                  <a:lnTo>
                    <a:pt x="142646" y="277037"/>
                  </a:lnTo>
                  <a:close/>
                </a:path>
                <a:path w="1367154" h="304800">
                  <a:moveTo>
                    <a:pt x="180619" y="206705"/>
                  </a:moveTo>
                  <a:lnTo>
                    <a:pt x="142646" y="206705"/>
                  </a:lnTo>
                  <a:lnTo>
                    <a:pt x="142646" y="232130"/>
                  </a:lnTo>
                  <a:lnTo>
                    <a:pt x="180619" y="232130"/>
                  </a:lnTo>
                  <a:lnTo>
                    <a:pt x="180619" y="206705"/>
                  </a:lnTo>
                  <a:close/>
                </a:path>
                <a:path w="1367154" h="304800">
                  <a:moveTo>
                    <a:pt x="50190" y="150901"/>
                  </a:moveTo>
                  <a:lnTo>
                    <a:pt x="77927" y="150901"/>
                  </a:lnTo>
                  <a:lnTo>
                    <a:pt x="77927" y="105994"/>
                  </a:lnTo>
                  <a:lnTo>
                    <a:pt x="50190" y="105994"/>
                  </a:lnTo>
                  <a:lnTo>
                    <a:pt x="50190" y="150901"/>
                  </a:lnTo>
                  <a:close/>
                </a:path>
                <a:path w="1367154" h="304800">
                  <a:moveTo>
                    <a:pt x="50190" y="88163"/>
                  </a:moveTo>
                  <a:lnTo>
                    <a:pt x="77927" y="88163"/>
                  </a:lnTo>
                  <a:lnTo>
                    <a:pt x="77927" y="41935"/>
                  </a:lnTo>
                  <a:lnTo>
                    <a:pt x="50190" y="41935"/>
                  </a:lnTo>
                  <a:lnTo>
                    <a:pt x="50190" y="88163"/>
                  </a:lnTo>
                  <a:close/>
                </a:path>
                <a:path w="1367154" h="304800">
                  <a:moveTo>
                    <a:pt x="50190" y="216941"/>
                  </a:moveTo>
                  <a:lnTo>
                    <a:pt x="77927" y="213639"/>
                  </a:lnTo>
                  <a:lnTo>
                    <a:pt x="77927" y="168401"/>
                  </a:lnTo>
                  <a:lnTo>
                    <a:pt x="50190" y="168401"/>
                  </a:lnTo>
                  <a:lnTo>
                    <a:pt x="50190" y="216941"/>
                  </a:lnTo>
                  <a:close/>
                </a:path>
                <a:path w="1367154" h="304800">
                  <a:moveTo>
                    <a:pt x="265810" y="93116"/>
                  </a:moveTo>
                  <a:lnTo>
                    <a:pt x="258381" y="66040"/>
                  </a:lnTo>
                  <a:lnTo>
                    <a:pt x="256950" y="61857"/>
                  </a:lnTo>
                  <a:lnTo>
                    <a:pt x="246659" y="39293"/>
                  </a:lnTo>
                  <a:lnTo>
                    <a:pt x="270433" y="31038"/>
                  </a:lnTo>
                  <a:lnTo>
                    <a:pt x="272635" y="35881"/>
                  </a:lnTo>
                  <a:lnTo>
                    <a:pt x="274671" y="40449"/>
                  </a:lnTo>
                  <a:lnTo>
                    <a:pt x="276542" y="44742"/>
                  </a:lnTo>
                  <a:lnTo>
                    <a:pt x="278413" y="49034"/>
                  </a:lnTo>
                  <a:lnTo>
                    <a:pt x="280174" y="53272"/>
                  </a:lnTo>
                  <a:lnTo>
                    <a:pt x="281825" y="57454"/>
                  </a:lnTo>
                  <a:lnTo>
                    <a:pt x="283476" y="61637"/>
                  </a:lnTo>
                  <a:lnTo>
                    <a:pt x="285127" y="65929"/>
                  </a:lnTo>
                  <a:lnTo>
                    <a:pt x="286778" y="70332"/>
                  </a:lnTo>
                  <a:lnTo>
                    <a:pt x="288429" y="74735"/>
                  </a:lnTo>
                  <a:lnTo>
                    <a:pt x="290245" y="79578"/>
                  </a:lnTo>
                  <a:lnTo>
                    <a:pt x="292226" y="84861"/>
                  </a:lnTo>
                  <a:lnTo>
                    <a:pt x="265810" y="93116"/>
                  </a:lnTo>
                  <a:close/>
                </a:path>
                <a:path w="1367154" h="304800">
                  <a:moveTo>
                    <a:pt x="135051" y="64719"/>
                  </a:moveTo>
                  <a:lnTo>
                    <a:pt x="129108" y="64719"/>
                  </a:lnTo>
                  <a:lnTo>
                    <a:pt x="124375" y="65049"/>
                  </a:lnTo>
                  <a:lnTo>
                    <a:pt x="120853" y="65709"/>
                  </a:lnTo>
                  <a:lnTo>
                    <a:pt x="120853" y="44246"/>
                  </a:lnTo>
                  <a:lnTo>
                    <a:pt x="125255" y="44466"/>
                  </a:lnTo>
                  <a:lnTo>
                    <a:pt x="131034" y="44687"/>
                  </a:lnTo>
                  <a:lnTo>
                    <a:pt x="138188" y="44907"/>
                  </a:lnTo>
                  <a:lnTo>
                    <a:pt x="145343" y="45127"/>
                  </a:lnTo>
                  <a:lnTo>
                    <a:pt x="152882" y="45237"/>
                  </a:lnTo>
                  <a:lnTo>
                    <a:pt x="160807" y="45237"/>
                  </a:lnTo>
                  <a:lnTo>
                    <a:pt x="164769" y="45237"/>
                  </a:lnTo>
                  <a:lnTo>
                    <a:pt x="196303" y="44246"/>
                  </a:lnTo>
                  <a:lnTo>
                    <a:pt x="199715" y="44026"/>
                  </a:lnTo>
                  <a:lnTo>
                    <a:pt x="202522" y="43806"/>
                  </a:lnTo>
                  <a:lnTo>
                    <a:pt x="204723" y="43586"/>
                  </a:lnTo>
                  <a:lnTo>
                    <a:pt x="204723" y="65709"/>
                  </a:lnTo>
                  <a:lnTo>
                    <a:pt x="202302" y="65269"/>
                  </a:lnTo>
                  <a:lnTo>
                    <a:pt x="199275" y="64994"/>
                  </a:lnTo>
                  <a:lnTo>
                    <a:pt x="195643" y="64884"/>
                  </a:lnTo>
                  <a:lnTo>
                    <a:pt x="192011" y="64774"/>
                  </a:lnTo>
                  <a:lnTo>
                    <a:pt x="188103" y="64609"/>
                  </a:lnTo>
                  <a:lnTo>
                    <a:pt x="183921" y="64388"/>
                  </a:lnTo>
                  <a:lnTo>
                    <a:pt x="190525" y="68131"/>
                  </a:lnTo>
                  <a:lnTo>
                    <a:pt x="197679" y="70772"/>
                  </a:lnTo>
                  <a:lnTo>
                    <a:pt x="205384" y="72313"/>
                  </a:lnTo>
                  <a:lnTo>
                    <a:pt x="207145" y="72754"/>
                  </a:lnTo>
                  <a:lnTo>
                    <a:pt x="208081" y="73414"/>
                  </a:lnTo>
                  <a:lnTo>
                    <a:pt x="208191" y="74294"/>
                  </a:lnTo>
                  <a:lnTo>
                    <a:pt x="208301" y="75175"/>
                  </a:lnTo>
                  <a:lnTo>
                    <a:pt x="207365" y="76056"/>
                  </a:lnTo>
                  <a:lnTo>
                    <a:pt x="205384" y="76936"/>
                  </a:lnTo>
                  <a:lnTo>
                    <a:pt x="204063" y="77597"/>
                  </a:lnTo>
                  <a:lnTo>
                    <a:pt x="187223" y="108635"/>
                  </a:lnTo>
                  <a:lnTo>
                    <a:pt x="213969" y="108635"/>
                  </a:lnTo>
                  <a:lnTo>
                    <a:pt x="213814" y="102310"/>
                  </a:lnTo>
                  <a:lnTo>
                    <a:pt x="213680" y="95881"/>
                  </a:lnTo>
                  <a:lnTo>
                    <a:pt x="213567" y="89350"/>
                  </a:lnTo>
                  <a:lnTo>
                    <a:pt x="213474" y="82715"/>
                  </a:lnTo>
                  <a:lnTo>
                    <a:pt x="213422" y="75997"/>
                  </a:lnTo>
                  <a:lnTo>
                    <a:pt x="213433" y="69218"/>
                  </a:lnTo>
                  <a:lnTo>
                    <a:pt x="213505" y="62376"/>
                  </a:lnTo>
                  <a:lnTo>
                    <a:pt x="213639" y="55473"/>
                  </a:lnTo>
                  <a:lnTo>
                    <a:pt x="213742" y="47094"/>
                  </a:lnTo>
                  <a:lnTo>
                    <a:pt x="211328" y="4292"/>
                  </a:lnTo>
                  <a:lnTo>
                    <a:pt x="217051" y="5393"/>
                  </a:lnTo>
                  <a:lnTo>
                    <a:pt x="222444" y="6273"/>
                  </a:lnTo>
                  <a:lnTo>
                    <a:pt x="227507" y="6934"/>
                  </a:lnTo>
                  <a:lnTo>
                    <a:pt x="232570" y="7594"/>
                  </a:lnTo>
                  <a:lnTo>
                    <a:pt x="236863" y="7924"/>
                  </a:lnTo>
                  <a:lnTo>
                    <a:pt x="240385" y="7924"/>
                  </a:lnTo>
                  <a:lnTo>
                    <a:pt x="246549" y="7924"/>
                  </a:lnTo>
                  <a:lnTo>
                    <a:pt x="247429" y="10126"/>
                  </a:lnTo>
                  <a:lnTo>
                    <a:pt x="243027" y="14528"/>
                  </a:lnTo>
                  <a:lnTo>
                    <a:pt x="241572" y="17314"/>
                  </a:lnTo>
                  <a:lnTo>
                    <a:pt x="236051" y="70002"/>
                  </a:lnTo>
                  <a:lnTo>
                    <a:pt x="236000" y="88080"/>
                  </a:lnTo>
                  <a:lnTo>
                    <a:pt x="236423" y="108635"/>
                  </a:lnTo>
                  <a:lnTo>
                    <a:pt x="241266" y="108635"/>
                  </a:lnTo>
                  <a:lnTo>
                    <a:pt x="246604" y="108580"/>
                  </a:lnTo>
                  <a:lnTo>
                    <a:pt x="252437" y="108470"/>
                  </a:lnTo>
                  <a:lnTo>
                    <a:pt x="258271" y="108360"/>
                  </a:lnTo>
                  <a:lnTo>
                    <a:pt x="264159" y="108140"/>
                  </a:lnTo>
                  <a:lnTo>
                    <a:pt x="270103" y="107810"/>
                  </a:lnTo>
                  <a:lnTo>
                    <a:pt x="276047" y="107480"/>
                  </a:lnTo>
                  <a:lnTo>
                    <a:pt x="281825" y="107204"/>
                  </a:lnTo>
                  <a:lnTo>
                    <a:pt x="287439" y="106984"/>
                  </a:lnTo>
                  <a:lnTo>
                    <a:pt x="293052" y="106764"/>
                  </a:lnTo>
                  <a:lnTo>
                    <a:pt x="297840" y="106434"/>
                  </a:lnTo>
                  <a:lnTo>
                    <a:pt x="301802" y="105994"/>
                  </a:lnTo>
                  <a:lnTo>
                    <a:pt x="301802" y="130429"/>
                  </a:lnTo>
                  <a:lnTo>
                    <a:pt x="297840" y="130208"/>
                  </a:lnTo>
                  <a:lnTo>
                    <a:pt x="293162" y="129933"/>
                  </a:lnTo>
                  <a:lnTo>
                    <a:pt x="287769" y="129603"/>
                  </a:lnTo>
                  <a:lnTo>
                    <a:pt x="282376" y="129273"/>
                  </a:lnTo>
                  <a:lnTo>
                    <a:pt x="276707" y="128943"/>
                  </a:lnTo>
                  <a:lnTo>
                    <a:pt x="270763" y="128612"/>
                  </a:lnTo>
                  <a:lnTo>
                    <a:pt x="264820" y="128282"/>
                  </a:lnTo>
                  <a:lnTo>
                    <a:pt x="258931" y="128062"/>
                  </a:lnTo>
                  <a:lnTo>
                    <a:pt x="253098" y="127952"/>
                  </a:lnTo>
                  <a:lnTo>
                    <a:pt x="247264" y="127842"/>
                  </a:lnTo>
                  <a:lnTo>
                    <a:pt x="241926" y="127787"/>
                  </a:lnTo>
                  <a:lnTo>
                    <a:pt x="237083" y="127787"/>
                  </a:lnTo>
                  <a:lnTo>
                    <a:pt x="237661" y="137270"/>
                  </a:lnTo>
                  <a:lnTo>
                    <a:pt x="241603" y="176233"/>
                  </a:lnTo>
                  <a:lnTo>
                    <a:pt x="245998" y="201091"/>
                  </a:lnTo>
                  <a:lnTo>
                    <a:pt x="249507" y="193775"/>
                  </a:lnTo>
                  <a:lnTo>
                    <a:pt x="263251" y="155730"/>
                  </a:lnTo>
                  <a:lnTo>
                    <a:pt x="266801" y="140004"/>
                  </a:lnTo>
                  <a:lnTo>
                    <a:pt x="274912" y="144318"/>
                  </a:lnTo>
                  <a:lnTo>
                    <a:pt x="282403" y="148012"/>
                  </a:lnTo>
                  <a:lnTo>
                    <a:pt x="289275" y="151087"/>
                  </a:lnTo>
                  <a:lnTo>
                    <a:pt x="295528" y="153543"/>
                  </a:lnTo>
                  <a:lnTo>
                    <a:pt x="298390" y="154643"/>
                  </a:lnTo>
                  <a:lnTo>
                    <a:pt x="299766" y="155909"/>
                  </a:lnTo>
                  <a:lnTo>
                    <a:pt x="299656" y="157340"/>
                  </a:lnTo>
                  <a:lnTo>
                    <a:pt x="299546" y="158771"/>
                  </a:lnTo>
                  <a:lnTo>
                    <a:pt x="297950" y="159706"/>
                  </a:lnTo>
                  <a:lnTo>
                    <a:pt x="294868" y="160147"/>
                  </a:lnTo>
                  <a:lnTo>
                    <a:pt x="290025" y="160807"/>
                  </a:lnTo>
                  <a:lnTo>
                    <a:pt x="285182" y="166420"/>
                  </a:lnTo>
                  <a:lnTo>
                    <a:pt x="280339" y="176987"/>
                  </a:lnTo>
                  <a:lnTo>
                    <a:pt x="277257" y="183591"/>
                  </a:lnTo>
                  <a:lnTo>
                    <a:pt x="274671" y="189094"/>
                  </a:lnTo>
                  <a:lnTo>
                    <a:pt x="272580" y="193497"/>
                  </a:lnTo>
                  <a:lnTo>
                    <a:pt x="270488" y="197899"/>
                  </a:lnTo>
                  <a:lnTo>
                    <a:pt x="268507" y="201917"/>
                  </a:lnTo>
                  <a:lnTo>
                    <a:pt x="266636" y="205549"/>
                  </a:lnTo>
                  <a:lnTo>
                    <a:pt x="264765" y="209181"/>
                  </a:lnTo>
                  <a:lnTo>
                    <a:pt x="262894" y="212648"/>
                  </a:lnTo>
                  <a:lnTo>
                    <a:pt x="261023" y="215950"/>
                  </a:lnTo>
                  <a:lnTo>
                    <a:pt x="259151" y="219252"/>
                  </a:lnTo>
                  <a:lnTo>
                    <a:pt x="257115" y="222885"/>
                  </a:lnTo>
                  <a:lnTo>
                    <a:pt x="272800" y="261793"/>
                  </a:lnTo>
                  <a:lnTo>
                    <a:pt x="274891" y="262343"/>
                  </a:lnTo>
                  <a:lnTo>
                    <a:pt x="276982" y="262894"/>
                  </a:lnTo>
                  <a:lnTo>
                    <a:pt x="285953" y="235762"/>
                  </a:lnTo>
                  <a:lnTo>
                    <a:pt x="290135" y="241486"/>
                  </a:lnTo>
                  <a:lnTo>
                    <a:pt x="293657" y="245503"/>
                  </a:lnTo>
                  <a:lnTo>
                    <a:pt x="296519" y="247815"/>
                  </a:lnTo>
                  <a:lnTo>
                    <a:pt x="299381" y="250126"/>
                  </a:lnTo>
                  <a:lnTo>
                    <a:pt x="302793" y="252052"/>
                  </a:lnTo>
                  <a:lnTo>
                    <a:pt x="306755" y="253593"/>
                  </a:lnTo>
                  <a:lnTo>
                    <a:pt x="304031" y="262302"/>
                  </a:lnTo>
                  <a:lnTo>
                    <a:pt x="288759" y="296354"/>
                  </a:lnTo>
                  <a:lnTo>
                    <a:pt x="286228" y="299326"/>
                  </a:lnTo>
                  <a:lnTo>
                    <a:pt x="283861" y="300812"/>
                  </a:lnTo>
                  <a:lnTo>
                    <a:pt x="281660" y="300812"/>
                  </a:lnTo>
                  <a:lnTo>
                    <a:pt x="279459" y="300812"/>
                  </a:lnTo>
                  <a:lnTo>
                    <a:pt x="277147" y="300151"/>
                  </a:lnTo>
                  <a:lnTo>
                    <a:pt x="274726" y="298831"/>
                  </a:lnTo>
                  <a:lnTo>
                    <a:pt x="271424" y="297069"/>
                  </a:lnTo>
                  <a:lnTo>
                    <a:pt x="245462" y="260094"/>
                  </a:lnTo>
                  <a:lnTo>
                    <a:pt x="240385" y="250621"/>
                  </a:lnTo>
                  <a:lnTo>
                    <a:pt x="231222" y="264015"/>
                  </a:lnTo>
                  <a:lnTo>
                    <a:pt x="221564" y="277120"/>
                  </a:lnTo>
                  <a:lnTo>
                    <a:pt x="211410" y="289936"/>
                  </a:lnTo>
                  <a:lnTo>
                    <a:pt x="200761" y="302463"/>
                  </a:lnTo>
                  <a:lnTo>
                    <a:pt x="199440" y="300702"/>
                  </a:lnTo>
                  <a:lnTo>
                    <a:pt x="198175" y="299051"/>
                  </a:lnTo>
                  <a:lnTo>
                    <a:pt x="177317" y="286613"/>
                  </a:lnTo>
                  <a:lnTo>
                    <a:pt x="184932" y="280938"/>
                  </a:lnTo>
                  <a:lnTo>
                    <a:pt x="212545" y="253717"/>
                  </a:lnTo>
                  <a:lnTo>
                    <a:pt x="230809" y="228828"/>
                  </a:lnTo>
                  <a:lnTo>
                    <a:pt x="228364" y="220552"/>
                  </a:lnTo>
                  <a:lnTo>
                    <a:pt x="225980" y="210915"/>
                  </a:lnTo>
                  <a:lnTo>
                    <a:pt x="217560" y="159569"/>
                  </a:lnTo>
                  <a:lnTo>
                    <a:pt x="214960" y="127787"/>
                  </a:lnTo>
                  <a:lnTo>
                    <a:pt x="101041" y="127787"/>
                  </a:lnTo>
                  <a:lnTo>
                    <a:pt x="101041" y="228168"/>
                  </a:lnTo>
                  <a:lnTo>
                    <a:pt x="101041" y="233451"/>
                  </a:lnTo>
                  <a:lnTo>
                    <a:pt x="101096" y="239450"/>
                  </a:lnTo>
                  <a:lnTo>
                    <a:pt x="101206" y="246164"/>
                  </a:lnTo>
                  <a:lnTo>
                    <a:pt x="101316" y="252878"/>
                  </a:lnTo>
                  <a:lnTo>
                    <a:pt x="101481" y="259647"/>
                  </a:lnTo>
                  <a:lnTo>
                    <a:pt x="101701" y="266471"/>
                  </a:lnTo>
                  <a:lnTo>
                    <a:pt x="101921" y="273295"/>
                  </a:lnTo>
                  <a:lnTo>
                    <a:pt x="102141" y="279899"/>
                  </a:lnTo>
                  <a:lnTo>
                    <a:pt x="102362" y="286283"/>
                  </a:lnTo>
                  <a:lnTo>
                    <a:pt x="102582" y="292667"/>
                  </a:lnTo>
                  <a:lnTo>
                    <a:pt x="102912" y="298280"/>
                  </a:lnTo>
                  <a:lnTo>
                    <a:pt x="103352" y="303123"/>
                  </a:lnTo>
                  <a:lnTo>
                    <a:pt x="75615" y="303123"/>
                  </a:lnTo>
                  <a:lnTo>
                    <a:pt x="75835" y="298500"/>
                  </a:lnTo>
                  <a:lnTo>
                    <a:pt x="76111" y="293327"/>
                  </a:lnTo>
                  <a:lnTo>
                    <a:pt x="76441" y="287604"/>
                  </a:lnTo>
                  <a:lnTo>
                    <a:pt x="76771" y="281880"/>
                  </a:lnTo>
                  <a:lnTo>
                    <a:pt x="77046" y="275882"/>
                  </a:lnTo>
                  <a:lnTo>
                    <a:pt x="77266" y="269608"/>
                  </a:lnTo>
                  <a:lnTo>
                    <a:pt x="77486" y="263334"/>
                  </a:lnTo>
                  <a:lnTo>
                    <a:pt x="77652" y="257060"/>
                  </a:lnTo>
                  <a:lnTo>
                    <a:pt x="77762" y="250786"/>
                  </a:lnTo>
                  <a:lnTo>
                    <a:pt x="77872" y="244513"/>
                  </a:lnTo>
                  <a:lnTo>
                    <a:pt x="77927" y="238734"/>
                  </a:lnTo>
                  <a:lnTo>
                    <a:pt x="77927" y="233451"/>
                  </a:lnTo>
                  <a:lnTo>
                    <a:pt x="36487" y="238569"/>
                  </a:lnTo>
                  <a:lnTo>
                    <a:pt x="31534" y="239560"/>
                  </a:lnTo>
                  <a:lnTo>
                    <a:pt x="26581" y="240550"/>
                  </a:lnTo>
                  <a:lnTo>
                    <a:pt x="22563" y="241596"/>
                  </a:lnTo>
                  <a:lnTo>
                    <a:pt x="19481" y="242697"/>
                  </a:lnTo>
                  <a:lnTo>
                    <a:pt x="16399" y="243797"/>
                  </a:lnTo>
                  <a:lnTo>
                    <a:pt x="13538" y="245118"/>
                  </a:lnTo>
                  <a:lnTo>
                    <a:pt x="10896" y="246659"/>
                  </a:lnTo>
                  <a:lnTo>
                    <a:pt x="9575" y="241816"/>
                  </a:lnTo>
                  <a:lnTo>
                    <a:pt x="0" y="221233"/>
                  </a:lnTo>
                  <a:lnTo>
                    <a:pt x="5063" y="221013"/>
                  </a:lnTo>
                  <a:lnTo>
                    <a:pt x="26415" y="219252"/>
                  </a:lnTo>
                  <a:lnTo>
                    <a:pt x="26415" y="42265"/>
                  </a:lnTo>
                  <a:lnTo>
                    <a:pt x="19371" y="42265"/>
                  </a:lnTo>
                  <a:lnTo>
                    <a:pt x="13428" y="42815"/>
                  </a:lnTo>
                  <a:lnTo>
                    <a:pt x="8585" y="43916"/>
                  </a:lnTo>
                  <a:lnTo>
                    <a:pt x="8585" y="20802"/>
                  </a:lnTo>
                  <a:lnTo>
                    <a:pt x="10566" y="21242"/>
                  </a:lnTo>
                  <a:lnTo>
                    <a:pt x="12657" y="21518"/>
                  </a:lnTo>
                  <a:lnTo>
                    <a:pt x="14858" y="21628"/>
                  </a:lnTo>
                  <a:lnTo>
                    <a:pt x="17060" y="21738"/>
                  </a:lnTo>
                  <a:lnTo>
                    <a:pt x="20032" y="21903"/>
                  </a:lnTo>
                  <a:lnTo>
                    <a:pt x="23774" y="22123"/>
                  </a:lnTo>
                  <a:lnTo>
                    <a:pt x="27516" y="22343"/>
                  </a:lnTo>
                  <a:lnTo>
                    <a:pt x="32524" y="22453"/>
                  </a:lnTo>
                  <a:lnTo>
                    <a:pt x="72974" y="22453"/>
                  </a:lnTo>
                  <a:lnTo>
                    <a:pt x="81174" y="22398"/>
                  </a:lnTo>
                  <a:lnTo>
                    <a:pt x="87668" y="22288"/>
                  </a:lnTo>
                  <a:lnTo>
                    <a:pt x="94162" y="22178"/>
                  </a:lnTo>
                  <a:lnTo>
                    <a:pt x="99390" y="22068"/>
                  </a:lnTo>
                  <a:lnTo>
                    <a:pt x="103352" y="21958"/>
                  </a:lnTo>
                  <a:lnTo>
                    <a:pt x="107314" y="21848"/>
                  </a:lnTo>
                  <a:lnTo>
                    <a:pt x="110396" y="21683"/>
                  </a:lnTo>
                  <a:lnTo>
                    <a:pt x="112598" y="21463"/>
                  </a:lnTo>
                  <a:lnTo>
                    <a:pt x="114799" y="21242"/>
                  </a:lnTo>
                  <a:lnTo>
                    <a:pt x="116560" y="21022"/>
                  </a:lnTo>
                  <a:lnTo>
                    <a:pt x="117881" y="20802"/>
                  </a:lnTo>
                  <a:lnTo>
                    <a:pt x="117881" y="43256"/>
                  </a:lnTo>
                  <a:lnTo>
                    <a:pt x="116340" y="43036"/>
                  </a:lnTo>
                  <a:lnTo>
                    <a:pt x="114084" y="42870"/>
                  </a:lnTo>
                  <a:lnTo>
                    <a:pt x="111112" y="42760"/>
                  </a:lnTo>
                  <a:lnTo>
                    <a:pt x="108140" y="42650"/>
                  </a:lnTo>
                  <a:lnTo>
                    <a:pt x="104783" y="42485"/>
                  </a:lnTo>
                  <a:lnTo>
                    <a:pt x="101041" y="42265"/>
                  </a:lnTo>
                  <a:lnTo>
                    <a:pt x="101041" y="108635"/>
                  </a:lnTo>
                  <a:lnTo>
                    <a:pt x="132740" y="108635"/>
                  </a:lnTo>
                  <a:lnTo>
                    <a:pt x="131199" y="102251"/>
                  </a:lnTo>
                  <a:lnTo>
                    <a:pt x="129053" y="95758"/>
                  </a:lnTo>
                  <a:lnTo>
                    <a:pt x="126301" y="89154"/>
                  </a:lnTo>
                  <a:lnTo>
                    <a:pt x="123549" y="82550"/>
                  </a:lnTo>
                  <a:lnTo>
                    <a:pt x="120633" y="76716"/>
                  </a:lnTo>
                  <a:lnTo>
                    <a:pt x="117551" y="71653"/>
                  </a:lnTo>
                  <a:lnTo>
                    <a:pt x="135051" y="64719"/>
                  </a:lnTo>
                  <a:close/>
                </a:path>
                <a:path w="1367154" h="304800">
                  <a:moveTo>
                    <a:pt x="179628" y="64388"/>
                  </a:moveTo>
                  <a:lnTo>
                    <a:pt x="169206" y="64017"/>
                  </a:lnTo>
                  <a:lnTo>
                    <a:pt x="159073" y="63893"/>
                  </a:lnTo>
                  <a:lnTo>
                    <a:pt x="149229" y="64017"/>
                  </a:lnTo>
                  <a:lnTo>
                    <a:pt x="139674" y="64388"/>
                  </a:lnTo>
                  <a:lnTo>
                    <a:pt x="141655" y="69452"/>
                  </a:lnTo>
                  <a:lnTo>
                    <a:pt x="144187" y="75450"/>
                  </a:lnTo>
                  <a:lnTo>
                    <a:pt x="147269" y="82384"/>
                  </a:lnTo>
                  <a:lnTo>
                    <a:pt x="150351" y="89319"/>
                  </a:lnTo>
                  <a:lnTo>
                    <a:pt x="153432" y="95758"/>
                  </a:lnTo>
                  <a:lnTo>
                    <a:pt x="156514" y="101701"/>
                  </a:lnTo>
                  <a:lnTo>
                    <a:pt x="136702" y="108635"/>
                  </a:lnTo>
                  <a:lnTo>
                    <a:pt x="166090" y="108635"/>
                  </a:lnTo>
                  <a:lnTo>
                    <a:pt x="169172" y="101151"/>
                  </a:lnTo>
                  <a:lnTo>
                    <a:pt x="171924" y="93666"/>
                  </a:lnTo>
                  <a:lnTo>
                    <a:pt x="174345" y="86182"/>
                  </a:lnTo>
                  <a:lnTo>
                    <a:pt x="176767" y="78697"/>
                  </a:lnTo>
                  <a:lnTo>
                    <a:pt x="178528" y="71433"/>
                  </a:lnTo>
                  <a:lnTo>
                    <a:pt x="179628" y="64388"/>
                  </a:lnTo>
                  <a:close/>
                </a:path>
                <a:path w="1367154" h="304800">
                  <a:moveTo>
                    <a:pt x="150901" y="41605"/>
                  </a:moveTo>
                  <a:lnTo>
                    <a:pt x="150020" y="38963"/>
                  </a:lnTo>
                  <a:lnTo>
                    <a:pt x="149140" y="36707"/>
                  </a:lnTo>
                  <a:lnTo>
                    <a:pt x="148259" y="34836"/>
                  </a:lnTo>
                  <a:lnTo>
                    <a:pt x="147379" y="32964"/>
                  </a:lnTo>
                  <a:lnTo>
                    <a:pt x="146388" y="31093"/>
                  </a:lnTo>
                  <a:lnTo>
                    <a:pt x="145287" y="29222"/>
                  </a:lnTo>
                  <a:lnTo>
                    <a:pt x="144187" y="27351"/>
                  </a:lnTo>
                  <a:lnTo>
                    <a:pt x="142811" y="25205"/>
                  </a:lnTo>
                  <a:lnTo>
                    <a:pt x="141160" y="22783"/>
                  </a:lnTo>
                  <a:lnTo>
                    <a:pt x="139509" y="20362"/>
                  </a:lnTo>
                  <a:lnTo>
                    <a:pt x="137583" y="17390"/>
                  </a:lnTo>
                  <a:lnTo>
                    <a:pt x="135381" y="13868"/>
                  </a:lnTo>
                  <a:lnTo>
                    <a:pt x="164109" y="6934"/>
                  </a:lnTo>
                  <a:lnTo>
                    <a:pt x="166310" y="12657"/>
                  </a:lnTo>
                  <a:lnTo>
                    <a:pt x="168402" y="17720"/>
                  </a:lnTo>
                  <a:lnTo>
                    <a:pt x="170383" y="22123"/>
                  </a:lnTo>
                  <a:lnTo>
                    <a:pt x="172364" y="26526"/>
                  </a:lnTo>
                  <a:lnTo>
                    <a:pt x="174895" y="31479"/>
                  </a:lnTo>
                  <a:lnTo>
                    <a:pt x="177977" y="36982"/>
                  </a:lnTo>
                  <a:lnTo>
                    <a:pt x="150901" y="41605"/>
                  </a:lnTo>
                  <a:close/>
                </a:path>
                <a:path w="1367154" h="304800">
                  <a:moveTo>
                    <a:pt x="533603" y="60426"/>
                  </a:moveTo>
                  <a:lnTo>
                    <a:pt x="557955" y="96108"/>
                  </a:lnTo>
                  <a:lnTo>
                    <a:pt x="564311" y="102031"/>
                  </a:lnTo>
                  <a:lnTo>
                    <a:pt x="570327" y="97109"/>
                  </a:lnTo>
                  <a:lnTo>
                    <a:pt x="597445" y="66648"/>
                  </a:lnTo>
                  <a:lnTo>
                    <a:pt x="601294" y="60426"/>
                  </a:lnTo>
                  <a:lnTo>
                    <a:pt x="533603" y="60426"/>
                  </a:lnTo>
                  <a:close/>
                </a:path>
                <a:path w="1367154" h="304800">
                  <a:moveTo>
                    <a:pt x="424637" y="161797"/>
                  </a:moveTo>
                  <a:lnTo>
                    <a:pt x="406256" y="201201"/>
                  </a:lnTo>
                  <a:lnTo>
                    <a:pt x="390791" y="227838"/>
                  </a:lnTo>
                  <a:lnTo>
                    <a:pt x="386719" y="234221"/>
                  </a:lnTo>
                  <a:lnTo>
                    <a:pt x="382371" y="240605"/>
                  </a:lnTo>
                  <a:lnTo>
                    <a:pt x="377748" y="246989"/>
                  </a:lnTo>
                  <a:lnTo>
                    <a:pt x="374446" y="241706"/>
                  </a:lnTo>
                  <a:lnTo>
                    <a:pt x="371034" y="237413"/>
                  </a:lnTo>
                  <a:lnTo>
                    <a:pt x="367512" y="234111"/>
                  </a:lnTo>
                  <a:lnTo>
                    <a:pt x="363990" y="230809"/>
                  </a:lnTo>
                  <a:lnTo>
                    <a:pt x="359807" y="227948"/>
                  </a:lnTo>
                  <a:lnTo>
                    <a:pt x="354965" y="225526"/>
                  </a:lnTo>
                  <a:lnTo>
                    <a:pt x="359794" y="220779"/>
                  </a:lnTo>
                  <a:lnTo>
                    <a:pt x="387654" y="187883"/>
                  </a:lnTo>
                  <a:lnTo>
                    <a:pt x="407962" y="151396"/>
                  </a:lnTo>
                  <a:lnTo>
                    <a:pt x="415061" y="135382"/>
                  </a:lnTo>
                  <a:lnTo>
                    <a:pt x="408457" y="135382"/>
                  </a:lnTo>
                  <a:lnTo>
                    <a:pt x="402733" y="135382"/>
                  </a:lnTo>
                  <a:lnTo>
                    <a:pt x="397890" y="135382"/>
                  </a:lnTo>
                  <a:lnTo>
                    <a:pt x="393048" y="135382"/>
                  </a:lnTo>
                  <a:lnTo>
                    <a:pt x="388700" y="135492"/>
                  </a:lnTo>
                  <a:lnTo>
                    <a:pt x="370814" y="136592"/>
                  </a:lnTo>
                  <a:lnTo>
                    <a:pt x="367292" y="136812"/>
                  </a:lnTo>
                  <a:lnTo>
                    <a:pt x="363550" y="137033"/>
                  </a:lnTo>
                  <a:lnTo>
                    <a:pt x="363550" y="111937"/>
                  </a:lnTo>
                  <a:lnTo>
                    <a:pt x="366852" y="112378"/>
                  </a:lnTo>
                  <a:lnTo>
                    <a:pt x="370319" y="112763"/>
                  </a:lnTo>
                  <a:lnTo>
                    <a:pt x="373951" y="113093"/>
                  </a:lnTo>
                  <a:lnTo>
                    <a:pt x="377583" y="113423"/>
                  </a:lnTo>
                  <a:lnTo>
                    <a:pt x="381986" y="113698"/>
                  </a:lnTo>
                  <a:lnTo>
                    <a:pt x="387159" y="113918"/>
                  </a:lnTo>
                  <a:lnTo>
                    <a:pt x="392332" y="114139"/>
                  </a:lnTo>
                  <a:lnTo>
                    <a:pt x="398441" y="114304"/>
                  </a:lnTo>
                  <a:lnTo>
                    <a:pt x="431571" y="114579"/>
                  </a:lnTo>
                  <a:lnTo>
                    <a:pt x="427103" y="109244"/>
                  </a:lnTo>
                  <a:lnTo>
                    <a:pt x="399118" y="81631"/>
                  </a:lnTo>
                  <a:lnTo>
                    <a:pt x="393928" y="77597"/>
                  </a:lnTo>
                  <a:lnTo>
                    <a:pt x="412749" y="59766"/>
                  </a:lnTo>
                  <a:lnTo>
                    <a:pt x="415831" y="63288"/>
                  </a:lnTo>
                  <a:lnTo>
                    <a:pt x="418803" y="66590"/>
                  </a:lnTo>
                  <a:lnTo>
                    <a:pt x="421665" y="69672"/>
                  </a:lnTo>
                  <a:lnTo>
                    <a:pt x="424527" y="72754"/>
                  </a:lnTo>
                  <a:lnTo>
                    <a:pt x="427498" y="75835"/>
                  </a:lnTo>
                  <a:lnTo>
                    <a:pt x="430580" y="78917"/>
                  </a:lnTo>
                  <a:lnTo>
                    <a:pt x="450723" y="42265"/>
                  </a:lnTo>
                  <a:lnTo>
                    <a:pt x="416712" y="42265"/>
                  </a:lnTo>
                  <a:lnTo>
                    <a:pt x="408127" y="42265"/>
                  </a:lnTo>
                  <a:lnTo>
                    <a:pt x="399872" y="42540"/>
                  </a:lnTo>
                  <a:lnTo>
                    <a:pt x="391947" y="43091"/>
                  </a:lnTo>
                  <a:lnTo>
                    <a:pt x="384022" y="43641"/>
                  </a:lnTo>
                  <a:lnTo>
                    <a:pt x="377968" y="44246"/>
                  </a:lnTo>
                  <a:lnTo>
                    <a:pt x="373786" y="44907"/>
                  </a:lnTo>
                  <a:lnTo>
                    <a:pt x="373786" y="18491"/>
                  </a:lnTo>
                  <a:lnTo>
                    <a:pt x="417317" y="20747"/>
                  </a:lnTo>
                  <a:lnTo>
                    <a:pt x="424527" y="20802"/>
                  </a:lnTo>
                  <a:lnTo>
                    <a:pt x="432892" y="20802"/>
                  </a:lnTo>
                  <a:lnTo>
                    <a:pt x="479615" y="20252"/>
                  </a:lnTo>
                  <a:lnTo>
                    <a:pt x="492658" y="19151"/>
                  </a:lnTo>
                  <a:lnTo>
                    <a:pt x="445109" y="92786"/>
                  </a:lnTo>
                  <a:lnTo>
                    <a:pt x="447090" y="94547"/>
                  </a:lnTo>
                  <a:lnTo>
                    <a:pt x="449016" y="96308"/>
                  </a:lnTo>
                  <a:lnTo>
                    <a:pt x="450888" y="98069"/>
                  </a:lnTo>
                  <a:lnTo>
                    <a:pt x="452759" y="99830"/>
                  </a:lnTo>
                  <a:lnTo>
                    <a:pt x="454795" y="101591"/>
                  </a:lnTo>
                  <a:lnTo>
                    <a:pt x="456996" y="103352"/>
                  </a:lnTo>
                  <a:lnTo>
                    <a:pt x="440816" y="114579"/>
                  </a:lnTo>
                  <a:lnTo>
                    <a:pt x="452508" y="114538"/>
                  </a:lnTo>
                  <a:lnTo>
                    <a:pt x="496290" y="112598"/>
                  </a:lnTo>
                  <a:lnTo>
                    <a:pt x="502894" y="111277"/>
                  </a:lnTo>
                  <a:lnTo>
                    <a:pt x="492658" y="143967"/>
                  </a:lnTo>
                  <a:lnTo>
                    <a:pt x="531209" y="125352"/>
                  </a:lnTo>
                  <a:lnTo>
                    <a:pt x="546480" y="115239"/>
                  </a:lnTo>
                  <a:lnTo>
                    <a:pt x="539876" y="108195"/>
                  </a:lnTo>
                  <a:lnTo>
                    <a:pt x="534593" y="101646"/>
                  </a:lnTo>
                  <a:lnTo>
                    <a:pt x="530631" y="95592"/>
                  </a:lnTo>
                  <a:lnTo>
                    <a:pt x="526669" y="89539"/>
                  </a:lnTo>
                  <a:lnTo>
                    <a:pt x="523366" y="83100"/>
                  </a:lnTo>
                  <a:lnTo>
                    <a:pt x="520725" y="76276"/>
                  </a:lnTo>
                  <a:lnTo>
                    <a:pt x="517423" y="80678"/>
                  </a:lnTo>
                  <a:lnTo>
                    <a:pt x="501903" y="98729"/>
                  </a:lnTo>
                  <a:lnTo>
                    <a:pt x="498161" y="95868"/>
                  </a:lnTo>
                  <a:lnTo>
                    <a:pt x="494584" y="93776"/>
                  </a:lnTo>
                  <a:lnTo>
                    <a:pt x="491172" y="92455"/>
                  </a:lnTo>
                  <a:lnTo>
                    <a:pt x="487760" y="91135"/>
                  </a:lnTo>
                  <a:lnTo>
                    <a:pt x="483522" y="89924"/>
                  </a:lnTo>
                  <a:lnTo>
                    <a:pt x="478459" y="88823"/>
                  </a:lnTo>
                  <a:lnTo>
                    <a:pt x="483515" y="84087"/>
                  </a:lnTo>
                  <a:lnTo>
                    <a:pt x="510788" y="51738"/>
                  </a:lnTo>
                  <a:lnTo>
                    <a:pt x="531126" y="15959"/>
                  </a:lnTo>
                  <a:lnTo>
                    <a:pt x="535584" y="1981"/>
                  </a:lnTo>
                  <a:lnTo>
                    <a:pt x="541087" y="4402"/>
                  </a:lnTo>
                  <a:lnTo>
                    <a:pt x="564752" y="11336"/>
                  </a:lnTo>
                  <a:lnTo>
                    <a:pt x="566017" y="12437"/>
                  </a:lnTo>
                  <a:lnTo>
                    <a:pt x="566127" y="14198"/>
                  </a:lnTo>
                  <a:lnTo>
                    <a:pt x="566237" y="15959"/>
                  </a:lnTo>
                  <a:lnTo>
                    <a:pt x="564972" y="17390"/>
                  </a:lnTo>
                  <a:lnTo>
                    <a:pt x="562330" y="18491"/>
                  </a:lnTo>
                  <a:lnTo>
                    <a:pt x="560569" y="19151"/>
                  </a:lnTo>
                  <a:lnTo>
                    <a:pt x="558478" y="21022"/>
                  </a:lnTo>
                  <a:lnTo>
                    <a:pt x="556056" y="24104"/>
                  </a:lnTo>
                  <a:lnTo>
                    <a:pt x="553635" y="27186"/>
                  </a:lnTo>
                  <a:lnTo>
                    <a:pt x="549893" y="32469"/>
                  </a:lnTo>
                  <a:lnTo>
                    <a:pt x="544829" y="39954"/>
                  </a:lnTo>
                  <a:lnTo>
                    <a:pt x="576859" y="39954"/>
                  </a:lnTo>
                  <a:lnTo>
                    <a:pt x="623335" y="39438"/>
                  </a:lnTo>
                  <a:lnTo>
                    <a:pt x="647852" y="38633"/>
                  </a:lnTo>
                  <a:lnTo>
                    <a:pt x="647852" y="62407"/>
                  </a:lnTo>
                  <a:lnTo>
                    <a:pt x="629141" y="60756"/>
                  </a:lnTo>
                  <a:lnTo>
                    <a:pt x="626059" y="60756"/>
                  </a:lnTo>
                  <a:lnTo>
                    <a:pt x="621106" y="69166"/>
                  </a:lnTo>
                  <a:lnTo>
                    <a:pt x="616153" y="76895"/>
                  </a:lnTo>
                  <a:lnTo>
                    <a:pt x="589716" y="108481"/>
                  </a:lnTo>
                  <a:lnTo>
                    <a:pt x="583463" y="114579"/>
                  </a:lnTo>
                  <a:lnTo>
                    <a:pt x="590180" y="117675"/>
                  </a:lnTo>
                  <a:lnTo>
                    <a:pt x="636584" y="131419"/>
                  </a:lnTo>
                  <a:lnTo>
                    <a:pt x="660069" y="135051"/>
                  </a:lnTo>
                  <a:lnTo>
                    <a:pt x="656107" y="138573"/>
                  </a:lnTo>
                  <a:lnTo>
                    <a:pt x="652585" y="142921"/>
                  </a:lnTo>
                  <a:lnTo>
                    <a:pt x="649503" y="148094"/>
                  </a:lnTo>
                  <a:lnTo>
                    <a:pt x="646421" y="153267"/>
                  </a:lnTo>
                  <a:lnTo>
                    <a:pt x="644110" y="158716"/>
                  </a:lnTo>
                  <a:lnTo>
                    <a:pt x="642569" y="164439"/>
                  </a:lnTo>
                  <a:lnTo>
                    <a:pt x="635084" y="162238"/>
                  </a:lnTo>
                  <a:lnTo>
                    <a:pt x="598322" y="147929"/>
                  </a:lnTo>
                  <a:lnTo>
                    <a:pt x="579335" y="138683"/>
                  </a:lnTo>
                  <a:lnTo>
                    <a:pt x="573502" y="135602"/>
                  </a:lnTo>
                  <a:lnTo>
                    <a:pt x="568494" y="132850"/>
                  </a:lnTo>
                  <a:lnTo>
                    <a:pt x="564311" y="130429"/>
                  </a:lnTo>
                  <a:lnTo>
                    <a:pt x="560569" y="133070"/>
                  </a:lnTo>
                  <a:lnTo>
                    <a:pt x="556827" y="135712"/>
                  </a:lnTo>
                  <a:lnTo>
                    <a:pt x="553084" y="138353"/>
                  </a:lnTo>
                  <a:lnTo>
                    <a:pt x="549342" y="140995"/>
                  </a:lnTo>
                  <a:lnTo>
                    <a:pt x="545600" y="143526"/>
                  </a:lnTo>
                  <a:lnTo>
                    <a:pt x="541858" y="145948"/>
                  </a:lnTo>
                  <a:lnTo>
                    <a:pt x="546260" y="146828"/>
                  </a:lnTo>
                  <a:lnTo>
                    <a:pt x="551213" y="147489"/>
                  </a:lnTo>
                  <a:lnTo>
                    <a:pt x="556717" y="147929"/>
                  </a:lnTo>
                  <a:lnTo>
                    <a:pt x="562220" y="148369"/>
                  </a:lnTo>
                  <a:lnTo>
                    <a:pt x="567173" y="148700"/>
                  </a:lnTo>
                  <a:lnTo>
                    <a:pt x="571576" y="148920"/>
                  </a:lnTo>
                  <a:lnTo>
                    <a:pt x="575538" y="148920"/>
                  </a:lnTo>
                  <a:lnTo>
                    <a:pt x="576088" y="150681"/>
                  </a:lnTo>
                  <a:lnTo>
                    <a:pt x="564311" y="178308"/>
                  </a:lnTo>
                  <a:lnTo>
                    <a:pt x="571885" y="178297"/>
                  </a:lnTo>
                  <a:lnTo>
                    <a:pt x="612741" y="177427"/>
                  </a:lnTo>
                  <a:lnTo>
                    <a:pt x="620280" y="176822"/>
                  </a:lnTo>
                  <a:lnTo>
                    <a:pt x="623692" y="176491"/>
                  </a:lnTo>
                  <a:lnTo>
                    <a:pt x="627269" y="176106"/>
                  </a:lnTo>
                  <a:lnTo>
                    <a:pt x="631012" y="175666"/>
                  </a:lnTo>
                  <a:lnTo>
                    <a:pt x="625068" y="254254"/>
                  </a:lnTo>
                  <a:lnTo>
                    <a:pt x="615657" y="288264"/>
                  </a:lnTo>
                  <a:lnTo>
                    <a:pt x="612245" y="291786"/>
                  </a:lnTo>
                  <a:lnTo>
                    <a:pt x="573227" y="303453"/>
                  </a:lnTo>
                  <a:lnTo>
                    <a:pt x="573007" y="296409"/>
                  </a:lnTo>
                  <a:lnTo>
                    <a:pt x="572236" y="290686"/>
                  </a:lnTo>
                  <a:lnTo>
                    <a:pt x="570915" y="286283"/>
                  </a:lnTo>
                  <a:lnTo>
                    <a:pt x="569594" y="281880"/>
                  </a:lnTo>
                  <a:lnTo>
                    <a:pt x="567393" y="277147"/>
                  </a:lnTo>
                  <a:lnTo>
                    <a:pt x="564311" y="272084"/>
                  </a:lnTo>
                  <a:lnTo>
                    <a:pt x="572236" y="272525"/>
                  </a:lnTo>
                  <a:lnTo>
                    <a:pt x="578565" y="272580"/>
                  </a:lnTo>
                  <a:lnTo>
                    <a:pt x="583298" y="272249"/>
                  </a:lnTo>
                  <a:lnTo>
                    <a:pt x="588031" y="271919"/>
                  </a:lnTo>
                  <a:lnTo>
                    <a:pt x="591608" y="271149"/>
                  </a:lnTo>
                  <a:lnTo>
                    <a:pt x="594029" y="269938"/>
                  </a:lnTo>
                  <a:lnTo>
                    <a:pt x="596451" y="268727"/>
                  </a:lnTo>
                  <a:lnTo>
                    <a:pt x="598047" y="266911"/>
                  </a:lnTo>
                  <a:lnTo>
                    <a:pt x="598817" y="264490"/>
                  </a:lnTo>
                  <a:lnTo>
                    <a:pt x="599588" y="262068"/>
                  </a:lnTo>
                  <a:lnTo>
                    <a:pt x="600083" y="258876"/>
                  </a:lnTo>
                  <a:lnTo>
                    <a:pt x="600303" y="254914"/>
                  </a:lnTo>
                  <a:lnTo>
                    <a:pt x="603605" y="200431"/>
                  </a:lnTo>
                  <a:lnTo>
                    <a:pt x="561340" y="200431"/>
                  </a:lnTo>
                  <a:lnTo>
                    <a:pt x="552517" y="241365"/>
                  </a:lnTo>
                  <a:lnTo>
                    <a:pt x="528959" y="276470"/>
                  </a:lnTo>
                  <a:lnTo>
                    <a:pt x="492658" y="303783"/>
                  </a:lnTo>
                  <a:lnTo>
                    <a:pt x="489356" y="298720"/>
                  </a:lnTo>
                  <a:lnTo>
                    <a:pt x="486109" y="294648"/>
                  </a:lnTo>
                  <a:lnTo>
                    <a:pt x="482917" y="291566"/>
                  </a:lnTo>
                  <a:lnTo>
                    <a:pt x="479725" y="288484"/>
                  </a:lnTo>
                  <a:lnTo>
                    <a:pt x="475708" y="285402"/>
                  </a:lnTo>
                  <a:lnTo>
                    <a:pt x="470865" y="282321"/>
                  </a:lnTo>
                  <a:lnTo>
                    <a:pt x="478676" y="278812"/>
                  </a:lnTo>
                  <a:lnTo>
                    <a:pt x="485930" y="275221"/>
                  </a:lnTo>
                  <a:lnTo>
                    <a:pt x="518744" y="250786"/>
                  </a:lnTo>
                  <a:lnTo>
                    <a:pt x="536327" y="215868"/>
                  </a:lnTo>
                  <a:lnTo>
                    <a:pt x="539546" y="200431"/>
                  </a:lnTo>
                  <a:lnTo>
                    <a:pt x="530517" y="200472"/>
                  </a:lnTo>
                  <a:lnTo>
                    <a:pt x="491777" y="202192"/>
                  </a:lnTo>
                  <a:lnTo>
                    <a:pt x="484733" y="203073"/>
                  </a:lnTo>
                  <a:lnTo>
                    <a:pt x="484733" y="175666"/>
                  </a:lnTo>
                  <a:lnTo>
                    <a:pt x="487815" y="176106"/>
                  </a:lnTo>
                  <a:lnTo>
                    <a:pt x="491117" y="176491"/>
                  </a:lnTo>
                  <a:lnTo>
                    <a:pt x="494639" y="176822"/>
                  </a:lnTo>
                  <a:lnTo>
                    <a:pt x="498161" y="177152"/>
                  </a:lnTo>
                  <a:lnTo>
                    <a:pt x="534153" y="178308"/>
                  </a:lnTo>
                  <a:lnTo>
                    <a:pt x="541858" y="178308"/>
                  </a:lnTo>
                  <a:lnTo>
                    <a:pt x="542518" y="171704"/>
                  </a:lnTo>
                  <a:lnTo>
                    <a:pt x="542793" y="165980"/>
                  </a:lnTo>
                  <a:lnTo>
                    <a:pt x="542683" y="161137"/>
                  </a:lnTo>
                  <a:lnTo>
                    <a:pt x="542573" y="156294"/>
                  </a:lnTo>
                  <a:lnTo>
                    <a:pt x="542078" y="151341"/>
                  </a:lnTo>
                  <a:lnTo>
                    <a:pt x="541197" y="146278"/>
                  </a:lnTo>
                  <a:lnTo>
                    <a:pt x="534153" y="150681"/>
                  </a:lnTo>
                  <a:lnTo>
                    <a:pt x="527054" y="154698"/>
                  </a:lnTo>
                  <a:lnTo>
                    <a:pt x="519899" y="158330"/>
                  </a:lnTo>
                  <a:lnTo>
                    <a:pt x="512745" y="161963"/>
                  </a:lnTo>
                  <a:lnTo>
                    <a:pt x="505536" y="165430"/>
                  </a:lnTo>
                  <a:lnTo>
                    <a:pt x="498271" y="168732"/>
                  </a:lnTo>
                  <a:lnTo>
                    <a:pt x="497391" y="166090"/>
                  </a:lnTo>
                  <a:lnTo>
                    <a:pt x="496345" y="163669"/>
                  </a:lnTo>
                  <a:lnTo>
                    <a:pt x="495134" y="161467"/>
                  </a:lnTo>
                  <a:lnTo>
                    <a:pt x="493924" y="159266"/>
                  </a:lnTo>
                  <a:lnTo>
                    <a:pt x="491997" y="156844"/>
                  </a:lnTo>
                  <a:lnTo>
                    <a:pt x="489356" y="154203"/>
                  </a:lnTo>
                  <a:lnTo>
                    <a:pt x="483742" y="172034"/>
                  </a:lnTo>
                  <a:lnTo>
                    <a:pt x="459308" y="164439"/>
                  </a:lnTo>
                  <a:lnTo>
                    <a:pt x="471195" y="135382"/>
                  </a:lnTo>
                  <a:lnTo>
                    <a:pt x="448411" y="135382"/>
                  </a:lnTo>
                  <a:lnTo>
                    <a:pt x="448411" y="272745"/>
                  </a:lnTo>
                  <a:lnTo>
                    <a:pt x="448411" y="276707"/>
                  </a:lnTo>
                  <a:lnTo>
                    <a:pt x="448026" y="280119"/>
                  </a:lnTo>
                  <a:lnTo>
                    <a:pt x="447255" y="282981"/>
                  </a:lnTo>
                  <a:lnTo>
                    <a:pt x="446485" y="285843"/>
                  </a:lnTo>
                  <a:lnTo>
                    <a:pt x="405155" y="304114"/>
                  </a:lnTo>
                  <a:lnTo>
                    <a:pt x="404715" y="297510"/>
                  </a:lnTo>
                  <a:lnTo>
                    <a:pt x="403779" y="291841"/>
                  </a:lnTo>
                  <a:lnTo>
                    <a:pt x="402348" y="287108"/>
                  </a:lnTo>
                  <a:lnTo>
                    <a:pt x="400917" y="282376"/>
                  </a:lnTo>
                  <a:lnTo>
                    <a:pt x="398661" y="277147"/>
                  </a:lnTo>
                  <a:lnTo>
                    <a:pt x="395579" y="271424"/>
                  </a:lnTo>
                  <a:lnTo>
                    <a:pt x="407026" y="272745"/>
                  </a:lnTo>
                  <a:lnTo>
                    <a:pt x="414731" y="272635"/>
                  </a:lnTo>
                  <a:lnTo>
                    <a:pt x="418693" y="271094"/>
                  </a:lnTo>
                  <a:lnTo>
                    <a:pt x="422655" y="269553"/>
                  </a:lnTo>
                  <a:lnTo>
                    <a:pt x="424637" y="266361"/>
                  </a:lnTo>
                  <a:lnTo>
                    <a:pt x="424637" y="261518"/>
                  </a:lnTo>
                  <a:lnTo>
                    <a:pt x="424637" y="161797"/>
                  </a:lnTo>
                  <a:close/>
                </a:path>
                <a:path w="1367154" h="304800">
                  <a:moveTo>
                    <a:pt x="934135" y="167411"/>
                  </a:moveTo>
                  <a:lnTo>
                    <a:pt x="872388" y="167411"/>
                  </a:lnTo>
                  <a:lnTo>
                    <a:pt x="872388" y="203733"/>
                  </a:lnTo>
                  <a:lnTo>
                    <a:pt x="934135" y="203733"/>
                  </a:lnTo>
                  <a:lnTo>
                    <a:pt x="934135" y="167411"/>
                  </a:lnTo>
                  <a:close/>
                </a:path>
                <a:path w="1367154" h="304800">
                  <a:moveTo>
                    <a:pt x="960881" y="270764"/>
                  </a:moveTo>
                  <a:lnTo>
                    <a:pt x="960881" y="276047"/>
                  </a:lnTo>
                  <a:lnTo>
                    <a:pt x="960496" y="280339"/>
                  </a:lnTo>
                  <a:lnTo>
                    <a:pt x="925922" y="299491"/>
                  </a:lnTo>
                  <a:lnTo>
                    <a:pt x="909701" y="301802"/>
                  </a:lnTo>
                  <a:lnTo>
                    <a:pt x="909260" y="297400"/>
                  </a:lnTo>
                  <a:lnTo>
                    <a:pt x="908270" y="292392"/>
                  </a:lnTo>
                  <a:lnTo>
                    <a:pt x="906729" y="286778"/>
                  </a:lnTo>
                  <a:lnTo>
                    <a:pt x="905188" y="281165"/>
                  </a:lnTo>
                  <a:lnTo>
                    <a:pt x="902766" y="275276"/>
                  </a:lnTo>
                  <a:lnTo>
                    <a:pt x="899464" y="269113"/>
                  </a:lnTo>
                  <a:lnTo>
                    <a:pt x="907609" y="269553"/>
                  </a:lnTo>
                  <a:lnTo>
                    <a:pt x="913993" y="269663"/>
                  </a:lnTo>
                  <a:lnTo>
                    <a:pt x="918616" y="269443"/>
                  </a:lnTo>
                  <a:lnTo>
                    <a:pt x="923239" y="269223"/>
                  </a:lnTo>
                  <a:lnTo>
                    <a:pt x="933310" y="263829"/>
                  </a:lnTo>
                  <a:lnTo>
                    <a:pt x="933860" y="262068"/>
                  </a:lnTo>
                  <a:lnTo>
                    <a:pt x="934135" y="259867"/>
                  </a:lnTo>
                  <a:lnTo>
                    <a:pt x="934135" y="257225"/>
                  </a:lnTo>
                  <a:lnTo>
                    <a:pt x="934135" y="226187"/>
                  </a:lnTo>
                  <a:lnTo>
                    <a:pt x="785876" y="226187"/>
                  </a:lnTo>
                  <a:lnTo>
                    <a:pt x="785876" y="298170"/>
                  </a:lnTo>
                  <a:lnTo>
                    <a:pt x="756818" y="298170"/>
                  </a:lnTo>
                  <a:lnTo>
                    <a:pt x="759459" y="260527"/>
                  </a:lnTo>
                  <a:lnTo>
                    <a:pt x="759459" y="251282"/>
                  </a:lnTo>
                  <a:lnTo>
                    <a:pt x="759459" y="226517"/>
                  </a:lnTo>
                  <a:lnTo>
                    <a:pt x="751755" y="226737"/>
                  </a:lnTo>
                  <a:lnTo>
                    <a:pt x="744160" y="227067"/>
                  </a:lnTo>
                  <a:lnTo>
                    <a:pt x="736676" y="227507"/>
                  </a:lnTo>
                  <a:lnTo>
                    <a:pt x="729191" y="227948"/>
                  </a:lnTo>
                  <a:lnTo>
                    <a:pt x="721927" y="228498"/>
                  </a:lnTo>
                  <a:lnTo>
                    <a:pt x="714883" y="229158"/>
                  </a:lnTo>
                  <a:lnTo>
                    <a:pt x="714883" y="200761"/>
                  </a:lnTo>
                  <a:lnTo>
                    <a:pt x="759459" y="203403"/>
                  </a:lnTo>
                  <a:lnTo>
                    <a:pt x="759459" y="129108"/>
                  </a:lnTo>
                  <a:lnTo>
                    <a:pt x="758029" y="86292"/>
                  </a:lnTo>
                  <a:lnTo>
                    <a:pt x="757148" y="81889"/>
                  </a:lnTo>
                  <a:lnTo>
                    <a:pt x="760010" y="82549"/>
                  </a:lnTo>
                  <a:lnTo>
                    <a:pt x="763257" y="83100"/>
                  </a:lnTo>
                  <a:lnTo>
                    <a:pt x="766889" y="83540"/>
                  </a:lnTo>
                  <a:lnTo>
                    <a:pt x="770521" y="83980"/>
                  </a:lnTo>
                  <a:lnTo>
                    <a:pt x="775529" y="84366"/>
                  </a:lnTo>
                  <a:lnTo>
                    <a:pt x="781913" y="84696"/>
                  </a:lnTo>
                  <a:lnTo>
                    <a:pt x="788297" y="85026"/>
                  </a:lnTo>
                  <a:lnTo>
                    <a:pt x="834663" y="85831"/>
                  </a:lnTo>
                  <a:lnTo>
                    <a:pt x="846302" y="85851"/>
                  </a:lnTo>
                  <a:lnTo>
                    <a:pt x="846302" y="49529"/>
                  </a:lnTo>
                  <a:lnTo>
                    <a:pt x="792593" y="49994"/>
                  </a:lnTo>
                  <a:lnTo>
                    <a:pt x="750090" y="51387"/>
                  </a:lnTo>
                  <a:lnTo>
                    <a:pt x="725779" y="52831"/>
                  </a:lnTo>
                  <a:lnTo>
                    <a:pt x="725779" y="23774"/>
                  </a:lnTo>
                  <a:lnTo>
                    <a:pt x="767106" y="25786"/>
                  </a:lnTo>
                  <a:lnTo>
                    <a:pt x="818276" y="26870"/>
                  </a:lnTo>
                  <a:lnTo>
                    <a:pt x="860501" y="27076"/>
                  </a:lnTo>
                  <a:lnTo>
                    <a:pt x="882459" y="27024"/>
                  </a:lnTo>
                  <a:lnTo>
                    <a:pt x="921423" y="26612"/>
                  </a:lnTo>
                  <a:lnTo>
                    <a:pt x="968806" y="25219"/>
                  </a:lnTo>
                  <a:lnTo>
                    <a:pt x="995222" y="23774"/>
                  </a:lnTo>
                  <a:lnTo>
                    <a:pt x="995222" y="52831"/>
                  </a:lnTo>
                  <a:lnTo>
                    <a:pt x="942886" y="50355"/>
                  </a:lnTo>
                  <a:lnTo>
                    <a:pt x="892148" y="49581"/>
                  </a:lnTo>
                  <a:lnTo>
                    <a:pt x="872388" y="49529"/>
                  </a:lnTo>
                  <a:lnTo>
                    <a:pt x="872388" y="85851"/>
                  </a:lnTo>
                  <a:lnTo>
                    <a:pt x="910526" y="85521"/>
                  </a:lnTo>
                  <a:lnTo>
                    <a:pt x="952296" y="83540"/>
                  </a:lnTo>
                  <a:lnTo>
                    <a:pt x="956259" y="83100"/>
                  </a:lnTo>
                  <a:lnTo>
                    <a:pt x="959781" y="82549"/>
                  </a:lnTo>
                  <a:lnTo>
                    <a:pt x="962863" y="81889"/>
                  </a:lnTo>
                  <a:lnTo>
                    <a:pt x="962422" y="84531"/>
                  </a:lnTo>
                  <a:lnTo>
                    <a:pt x="962092" y="87062"/>
                  </a:lnTo>
                  <a:lnTo>
                    <a:pt x="961872" y="89484"/>
                  </a:lnTo>
                  <a:lnTo>
                    <a:pt x="961652" y="91905"/>
                  </a:lnTo>
                  <a:lnTo>
                    <a:pt x="961432" y="94822"/>
                  </a:lnTo>
                  <a:lnTo>
                    <a:pt x="961212" y="98234"/>
                  </a:lnTo>
                  <a:lnTo>
                    <a:pt x="960992" y="101646"/>
                  </a:lnTo>
                  <a:lnTo>
                    <a:pt x="960881" y="105774"/>
                  </a:lnTo>
                  <a:lnTo>
                    <a:pt x="960881" y="110616"/>
                  </a:lnTo>
                  <a:lnTo>
                    <a:pt x="960881" y="115459"/>
                  </a:lnTo>
                  <a:lnTo>
                    <a:pt x="960881" y="121623"/>
                  </a:lnTo>
                  <a:lnTo>
                    <a:pt x="960881" y="129108"/>
                  </a:lnTo>
                  <a:lnTo>
                    <a:pt x="960881" y="203403"/>
                  </a:lnTo>
                  <a:lnTo>
                    <a:pt x="969026" y="203183"/>
                  </a:lnTo>
                  <a:lnTo>
                    <a:pt x="1007770" y="200761"/>
                  </a:lnTo>
                  <a:lnTo>
                    <a:pt x="1007770" y="229158"/>
                  </a:lnTo>
                  <a:lnTo>
                    <a:pt x="1000285" y="228498"/>
                  </a:lnTo>
                  <a:lnTo>
                    <a:pt x="992636" y="227948"/>
                  </a:lnTo>
                  <a:lnTo>
                    <a:pt x="984821" y="227507"/>
                  </a:lnTo>
                  <a:lnTo>
                    <a:pt x="977006" y="227067"/>
                  </a:lnTo>
                  <a:lnTo>
                    <a:pt x="969026" y="226737"/>
                  </a:lnTo>
                  <a:lnTo>
                    <a:pt x="960881" y="226517"/>
                  </a:lnTo>
                  <a:lnTo>
                    <a:pt x="960881" y="270764"/>
                  </a:lnTo>
                  <a:close/>
                </a:path>
                <a:path w="1367154" h="304800">
                  <a:moveTo>
                    <a:pt x="785876" y="203733"/>
                  </a:moveTo>
                  <a:lnTo>
                    <a:pt x="846302" y="203733"/>
                  </a:lnTo>
                  <a:lnTo>
                    <a:pt x="846302" y="167411"/>
                  </a:lnTo>
                  <a:lnTo>
                    <a:pt x="785876" y="167411"/>
                  </a:lnTo>
                  <a:lnTo>
                    <a:pt x="785876" y="203733"/>
                  </a:lnTo>
                  <a:close/>
                </a:path>
                <a:path w="1367154" h="304800">
                  <a:moveTo>
                    <a:pt x="785876" y="108965"/>
                  </a:moveTo>
                  <a:lnTo>
                    <a:pt x="785876" y="144297"/>
                  </a:lnTo>
                  <a:lnTo>
                    <a:pt x="846302" y="144297"/>
                  </a:lnTo>
                  <a:lnTo>
                    <a:pt x="846302" y="108965"/>
                  </a:lnTo>
                  <a:lnTo>
                    <a:pt x="785876" y="108965"/>
                  </a:lnTo>
                  <a:close/>
                </a:path>
                <a:path w="1367154" h="304800">
                  <a:moveTo>
                    <a:pt x="934135" y="108965"/>
                  </a:moveTo>
                  <a:lnTo>
                    <a:pt x="872388" y="108965"/>
                  </a:lnTo>
                  <a:lnTo>
                    <a:pt x="872388" y="144297"/>
                  </a:lnTo>
                  <a:lnTo>
                    <a:pt x="934135" y="144297"/>
                  </a:lnTo>
                  <a:lnTo>
                    <a:pt x="934135" y="108965"/>
                  </a:lnTo>
                  <a:close/>
                </a:path>
                <a:path w="1367154" h="304800">
                  <a:moveTo>
                    <a:pt x="1196314" y="79578"/>
                  </a:moveTo>
                  <a:lnTo>
                    <a:pt x="1150870" y="78009"/>
                  </a:lnTo>
                  <a:lnTo>
                    <a:pt x="1130274" y="77927"/>
                  </a:lnTo>
                  <a:lnTo>
                    <a:pt x="1119460" y="77937"/>
                  </a:lnTo>
                  <a:lnTo>
                    <a:pt x="1076947" y="78546"/>
                  </a:lnTo>
                  <a:lnTo>
                    <a:pt x="1063574" y="79578"/>
                  </a:lnTo>
                  <a:lnTo>
                    <a:pt x="1063574" y="54813"/>
                  </a:lnTo>
                  <a:lnTo>
                    <a:pt x="1109513" y="56670"/>
                  </a:lnTo>
                  <a:lnTo>
                    <a:pt x="1130274" y="56794"/>
                  </a:lnTo>
                  <a:lnTo>
                    <a:pt x="1140944" y="56763"/>
                  </a:lnTo>
                  <a:lnTo>
                    <a:pt x="1183189" y="55679"/>
                  </a:lnTo>
                  <a:lnTo>
                    <a:pt x="1196314" y="54813"/>
                  </a:lnTo>
                  <a:lnTo>
                    <a:pt x="1196314" y="79578"/>
                  </a:lnTo>
                  <a:close/>
                </a:path>
                <a:path w="1367154" h="304800">
                  <a:moveTo>
                    <a:pt x="1181125" y="161137"/>
                  </a:moveTo>
                  <a:lnTo>
                    <a:pt x="1138354" y="159507"/>
                  </a:lnTo>
                  <a:lnTo>
                    <a:pt x="1129944" y="159486"/>
                  </a:lnTo>
                  <a:lnTo>
                    <a:pt x="1121555" y="159507"/>
                  </a:lnTo>
                  <a:lnTo>
                    <a:pt x="1079423" y="161137"/>
                  </a:lnTo>
                  <a:lnTo>
                    <a:pt x="1079423" y="136372"/>
                  </a:lnTo>
                  <a:lnTo>
                    <a:pt x="1121555" y="138322"/>
                  </a:lnTo>
                  <a:lnTo>
                    <a:pt x="1129944" y="138353"/>
                  </a:lnTo>
                  <a:lnTo>
                    <a:pt x="1138354" y="138322"/>
                  </a:lnTo>
                  <a:lnTo>
                    <a:pt x="1181125" y="136372"/>
                  </a:lnTo>
                  <a:lnTo>
                    <a:pt x="1181125" y="161137"/>
                  </a:lnTo>
                  <a:close/>
                </a:path>
                <a:path w="1367154" h="304800">
                  <a:moveTo>
                    <a:pt x="1182115" y="119532"/>
                  </a:moveTo>
                  <a:lnTo>
                    <a:pt x="1139024" y="117891"/>
                  </a:lnTo>
                  <a:lnTo>
                    <a:pt x="1130604" y="117881"/>
                  </a:lnTo>
                  <a:lnTo>
                    <a:pt x="1122205" y="117891"/>
                  </a:lnTo>
                  <a:lnTo>
                    <a:pt x="1079753" y="119532"/>
                  </a:lnTo>
                  <a:lnTo>
                    <a:pt x="1079753" y="95427"/>
                  </a:lnTo>
                  <a:lnTo>
                    <a:pt x="1122205" y="97388"/>
                  </a:lnTo>
                  <a:lnTo>
                    <a:pt x="1130604" y="97409"/>
                  </a:lnTo>
                  <a:lnTo>
                    <a:pt x="1139024" y="97388"/>
                  </a:lnTo>
                  <a:lnTo>
                    <a:pt x="1182115" y="95427"/>
                  </a:lnTo>
                  <a:lnTo>
                    <a:pt x="1182115" y="119532"/>
                  </a:lnTo>
                  <a:close/>
                </a:path>
                <a:path w="1367154" h="304800">
                  <a:moveTo>
                    <a:pt x="1357121" y="93116"/>
                  </a:moveTo>
                  <a:lnTo>
                    <a:pt x="1354700" y="98179"/>
                  </a:lnTo>
                  <a:lnTo>
                    <a:pt x="1353269" y="102637"/>
                  </a:lnTo>
                  <a:lnTo>
                    <a:pt x="1352829" y="106489"/>
                  </a:lnTo>
                  <a:lnTo>
                    <a:pt x="1352389" y="110341"/>
                  </a:lnTo>
                  <a:lnTo>
                    <a:pt x="1352389" y="115019"/>
                  </a:lnTo>
                  <a:lnTo>
                    <a:pt x="1352829" y="120522"/>
                  </a:lnTo>
                  <a:lnTo>
                    <a:pt x="1342056" y="120626"/>
                  </a:lnTo>
                  <a:lnTo>
                    <a:pt x="1302143" y="118872"/>
                  </a:lnTo>
                  <a:lnTo>
                    <a:pt x="1297851" y="117551"/>
                  </a:lnTo>
                  <a:lnTo>
                    <a:pt x="1293558" y="116230"/>
                  </a:lnTo>
                  <a:lnTo>
                    <a:pt x="1290916" y="114359"/>
                  </a:lnTo>
                  <a:lnTo>
                    <a:pt x="1289926" y="111937"/>
                  </a:lnTo>
                  <a:lnTo>
                    <a:pt x="1288935" y="109516"/>
                  </a:lnTo>
                  <a:lnTo>
                    <a:pt x="1288440" y="106544"/>
                  </a:lnTo>
                  <a:lnTo>
                    <a:pt x="1288440" y="103022"/>
                  </a:lnTo>
                  <a:lnTo>
                    <a:pt x="1288440" y="44246"/>
                  </a:lnTo>
                  <a:lnTo>
                    <a:pt x="1245184" y="44246"/>
                  </a:lnTo>
                  <a:lnTo>
                    <a:pt x="1244905" y="51810"/>
                  </a:lnTo>
                  <a:lnTo>
                    <a:pt x="1244399" y="58981"/>
                  </a:lnTo>
                  <a:lnTo>
                    <a:pt x="1233682" y="102141"/>
                  </a:lnTo>
                  <a:lnTo>
                    <a:pt x="1226032" y="115074"/>
                  </a:lnTo>
                  <a:lnTo>
                    <a:pt x="1221849" y="121348"/>
                  </a:lnTo>
                  <a:lnTo>
                    <a:pt x="1217007" y="127457"/>
                  </a:lnTo>
                  <a:lnTo>
                    <a:pt x="1211503" y="133400"/>
                  </a:lnTo>
                  <a:lnTo>
                    <a:pt x="1208421" y="128998"/>
                  </a:lnTo>
                  <a:lnTo>
                    <a:pt x="1205229" y="125586"/>
                  </a:lnTo>
                  <a:lnTo>
                    <a:pt x="1201927" y="123164"/>
                  </a:lnTo>
                  <a:lnTo>
                    <a:pt x="1198625" y="120743"/>
                  </a:lnTo>
                  <a:lnTo>
                    <a:pt x="1194443" y="118431"/>
                  </a:lnTo>
                  <a:lnTo>
                    <a:pt x="1189380" y="116230"/>
                  </a:lnTo>
                  <a:lnTo>
                    <a:pt x="1196644" y="110286"/>
                  </a:lnTo>
                  <a:lnTo>
                    <a:pt x="1202533" y="104508"/>
                  </a:lnTo>
                  <a:lnTo>
                    <a:pt x="1207046" y="98894"/>
                  </a:lnTo>
                  <a:lnTo>
                    <a:pt x="1211558" y="93281"/>
                  </a:lnTo>
                  <a:lnTo>
                    <a:pt x="1214860" y="86952"/>
                  </a:lnTo>
                  <a:lnTo>
                    <a:pt x="1216952" y="79908"/>
                  </a:lnTo>
                  <a:lnTo>
                    <a:pt x="1219043" y="72864"/>
                  </a:lnTo>
                  <a:lnTo>
                    <a:pt x="1220088" y="64664"/>
                  </a:lnTo>
                  <a:lnTo>
                    <a:pt x="1220088" y="55308"/>
                  </a:lnTo>
                  <a:lnTo>
                    <a:pt x="1219944" y="47868"/>
                  </a:lnTo>
                  <a:lnTo>
                    <a:pt x="1219511" y="39582"/>
                  </a:lnTo>
                  <a:lnTo>
                    <a:pt x="1218788" y="30450"/>
                  </a:lnTo>
                  <a:lnTo>
                    <a:pt x="1217777" y="20472"/>
                  </a:lnTo>
                  <a:lnTo>
                    <a:pt x="1226981" y="20905"/>
                  </a:lnTo>
                  <a:lnTo>
                    <a:pt x="1238415" y="21215"/>
                  </a:lnTo>
                  <a:lnTo>
                    <a:pt x="1252077" y="21401"/>
                  </a:lnTo>
                  <a:lnTo>
                    <a:pt x="1267967" y="21463"/>
                  </a:lnTo>
                  <a:lnTo>
                    <a:pt x="1276388" y="21452"/>
                  </a:lnTo>
                  <a:lnTo>
                    <a:pt x="1318158" y="20472"/>
                  </a:lnTo>
                  <a:lnTo>
                    <a:pt x="1317057" y="23554"/>
                  </a:lnTo>
                  <a:lnTo>
                    <a:pt x="1313260" y="65984"/>
                  </a:lnTo>
                  <a:lnTo>
                    <a:pt x="1313205" y="74184"/>
                  </a:lnTo>
                  <a:lnTo>
                    <a:pt x="1313205" y="83870"/>
                  </a:lnTo>
                  <a:lnTo>
                    <a:pt x="1313205" y="86512"/>
                  </a:lnTo>
                  <a:lnTo>
                    <a:pt x="1313645" y="88713"/>
                  </a:lnTo>
                  <a:lnTo>
                    <a:pt x="1314526" y="90474"/>
                  </a:lnTo>
                  <a:lnTo>
                    <a:pt x="1315406" y="92235"/>
                  </a:lnTo>
                  <a:lnTo>
                    <a:pt x="1317387" y="93556"/>
                  </a:lnTo>
                  <a:lnTo>
                    <a:pt x="1320469" y="94437"/>
                  </a:lnTo>
                  <a:lnTo>
                    <a:pt x="1323551" y="95317"/>
                  </a:lnTo>
                  <a:lnTo>
                    <a:pt x="1328009" y="95647"/>
                  </a:lnTo>
                  <a:lnTo>
                    <a:pt x="1333842" y="95427"/>
                  </a:lnTo>
                  <a:lnTo>
                    <a:pt x="1339676" y="95207"/>
                  </a:lnTo>
                  <a:lnTo>
                    <a:pt x="1347436" y="94437"/>
                  </a:lnTo>
                  <a:lnTo>
                    <a:pt x="1357121" y="93116"/>
                  </a:lnTo>
                  <a:close/>
                </a:path>
                <a:path w="1367154" h="304800">
                  <a:moveTo>
                    <a:pt x="1123670" y="52171"/>
                  </a:moveTo>
                  <a:lnTo>
                    <a:pt x="1122129" y="45787"/>
                  </a:lnTo>
                  <a:lnTo>
                    <a:pt x="1119653" y="38963"/>
                  </a:lnTo>
                  <a:lnTo>
                    <a:pt x="1116241" y="31699"/>
                  </a:lnTo>
                  <a:lnTo>
                    <a:pt x="1112828" y="24434"/>
                  </a:lnTo>
                  <a:lnTo>
                    <a:pt x="1108811" y="17940"/>
                  </a:lnTo>
                  <a:lnTo>
                    <a:pt x="1104188" y="12217"/>
                  </a:lnTo>
                  <a:lnTo>
                    <a:pt x="1131265" y="0"/>
                  </a:lnTo>
                  <a:lnTo>
                    <a:pt x="1152728" y="41605"/>
                  </a:lnTo>
                  <a:lnTo>
                    <a:pt x="1123670" y="52171"/>
                  </a:lnTo>
                  <a:close/>
                </a:path>
                <a:path w="1367154" h="304800">
                  <a:moveTo>
                    <a:pt x="1158011" y="243687"/>
                  </a:moveTo>
                  <a:lnTo>
                    <a:pt x="1158011" y="200761"/>
                  </a:lnTo>
                  <a:lnTo>
                    <a:pt x="1104518" y="200761"/>
                  </a:lnTo>
                  <a:lnTo>
                    <a:pt x="1104518" y="243687"/>
                  </a:lnTo>
                  <a:lnTo>
                    <a:pt x="1158011" y="243687"/>
                  </a:lnTo>
                  <a:close/>
                </a:path>
                <a:path w="1367154" h="304800">
                  <a:moveTo>
                    <a:pt x="1237589" y="162788"/>
                  </a:moveTo>
                  <a:lnTo>
                    <a:pt x="1251292" y="201421"/>
                  </a:lnTo>
                  <a:lnTo>
                    <a:pt x="1269949" y="229489"/>
                  </a:lnTo>
                  <a:lnTo>
                    <a:pt x="1275015" y="222688"/>
                  </a:lnTo>
                  <a:lnTo>
                    <a:pt x="1294342" y="182476"/>
                  </a:lnTo>
                  <a:lnTo>
                    <a:pt x="1300327" y="162788"/>
                  </a:lnTo>
                  <a:lnTo>
                    <a:pt x="1237589" y="162788"/>
                  </a:lnTo>
                  <a:close/>
                </a:path>
                <a:path w="1367154" h="304800">
                  <a:moveTo>
                    <a:pt x="1214805" y="163448"/>
                  </a:moveTo>
                  <a:lnTo>
                    <a:pt x="1207101" y="163889"/>
                  </a:lnTo>
                  <a:lnTo>
                    <a:pt x="1200937" y="164219"/>
                  </a:lnTo>
                  <a:lnTo>
                    <a:pt x="1196314" y="164439"/>
                  </a:lnTo>
                  <a:lnTo>
                    <a:pt x="1196314" y="139014"/>
                  </a:lnTo>
                  <a:lnTo>
                    <a:pt x="1204404" y="139334"/>
                  </a:lnTo>
                  <a:lnTo>
                    <a:pt x="1212824" y="139633"/>
                  </a:lnTo>
                  <a:lnTo>
                    <a:pt x="1258206" y="140634"/>
                  </a:lnTo>
                  <a:lnTo>
                    <a:pt x="1267307" y="140665"/>
                  </a:lnTo>
                  <a:lnTo>
                    <a:pt x="1276130" y="140634"/>
                  </a:lnTo>
                  <a:lnTo>
                    <a:pt x="1317704" y="139633"/>
                  </a:lnTo>
                  <a:lnTo>
                    <a:pt x="1333677" y="139014"/>
                  </a:lnTo>
                  <a:lnTo>
                    <a:pt x="1328518" y="156339"/>
                  </a:lnTo>
                  <a:lnTo>
                    <a:pt x="1312544" y="200266"/>
                  </a:lnTo>
                  <a:lnTo>
                    <a:pt x="1294156" y="234534"/>
                  </a:lnTo>
                  <a:lnTo>
                    <a:pt x="1287119" y="244347"/>
                  </a:lnTo>
                  <a:lnTo>
                    <a:pt x="1296045" y="250291"/>
                  </a:lnTo>
                  <a:lnTo>
                    <a:pt x="1335174" y="267441"/>
                  </a:lnTo>
                  <a:lnTo>
                    <a:pt x="1367027" y="273075"/>
                  </a:lnTo>
                  <a:lnTo>
                    <a:pt x="1361744" y="277698"/>
                  </a:lnTo>
                  <a:lnTo>
                    <a:pt x="1357727" y="282155"/>
                  </a:lnTo>
                  <a:lnTo>
                    <a:pt x="1354975" y="286448"/>
                  </a:lnTo>
                  <a:lnTo>
                    <a:pt x="1352224" y="290741"/>
                  </a:lnTo>
                  <a:lnTo>
                    <a:pt x="1349857" y="295859"/>
                  </a:lnTo>
                  <a:lnTo>
                    <a:pt x="1347876" y="301802"/>
                  </a:lnTo>
                  <a:lnTo>
                    <a:pt x="1336587" y="297726"/>
                  </a:lnTo>
                  <a:lnTo>
                    <a:pt x="1296757" y="279111"/>
                  </a:lnTo>
                  <a:lnTo>
                    <a:pt x="1271930" y="262178"/>
                  </a:lnTo>
                  <a:lnTo>
                    <a:pt x="1265150" y="268297"/>
                  </a:lnTo>
                  <a:lnTo>
                    <a:pt x="1225578" y="294744"/>
                  </a:lnTo>
                  <a:lnTo>
                    <a:pt x="1206220" y="304444"/>
                  </a:lnTo>
                  <a:lnTo>
                    <a:pt x="1205119" y="300702"/>
                  </a:lnTo>
                  <a:lnTo>
                    <a:pt x="1202808" y="297069"/>
                  </a:lnTo>
                  <a:lnTo>
                    <a:pt x="1199286" y="293547"/>
                  </a:lnTo>
                  <a:lnTo>
                    <a:pt x="1195764" y="290025"/>
                  </a:lnTo>
                  <a:lnTo>
                    <a:pt x="1190701" y="286723"/>
                  </a:lnTo>
                  <a:lnTo>
                    <a:pt x="1184097" y="283641"/>
                  </a:lnTo>
                  <a:lnTo>
                    <a:pt x="1158011" y="283641"/>
                  </a:lnTo>
                  <a:lnTo>
                    <a:pt x="1158011" y="263169"/>
                  </a:lnTo>
                  <a:lnTo>
                    <a:pt x="1104518" y="263169"/>
                  </a:lnTo>
                  <a:lnTo>
                    <a:pt x="1104518" y="290906"/>
                  </a:lnTo>
                  <a:lnTo>
                    <a:pt x="1076782" y="290906"/>
                  </a:lnTo>
                  <a:lnTo>
                    <a:pt x="1079423" y="257115"/>
                  </a:lnTo>
                  <a:lnTo>
                    <a:pt x="1079423" y="249631"/>
                  </a:lnTo>
                  <a:lnTo>
                    <a:pt x="1079423" y="203073"/>
                  </a:lnTo>
                  <a:lnTo>
                    <a:pt x="1079423" y="197349"/>
                  </a:lnTo>
                  <a:lnTo>
                    <a:pt x="1079368" y="192616"/>
                  </a:lnTo>
                  <a:lnTo>
                    <a:pt x="1079258" y="188874"/>
                  </a:lnTo>
                  <a:lnTo>
                    <a:pt x="1079148" y="185132"/>
                  </a:lnTo>
                  <a:lnTo>
                    <a:pt x="1078983" y="181499"/>
                  </a:lnTo>
                  <a:lnTo>
                    <a:pt x="1078763" y="177977"/>
                  </a:lnTo>
                  <a:lnTo>
                    <a:pt x="1081184" y="178197"/>
                  </a:lnTo>
                  <a:lnTo>
                    <a:pt x="1083661" y="178418"/>
                  </a:lnTo>
                  <a:lnTo>
                    <a:pt x="1086192" y="178638"/>
                  </a:lnTo>
                  <a:lnTo>
                    <a:pt x="1088724" y="178858"/>
                  </a:lnTo>
                  <a:lnTo>
                    <a:pt x="1091861" y="179023"/>
                  </a:lnTo>
                  <a:lnTo>
                    <a:pt x="1095603" y="179133"/>
                  </a:lnTo>
                  <a:lnTo>
                    <a:pt x="1099345" y="179243"/>
                  </a:lnTo>
                  <a:lnTo>
                    <a:pt x="1104078" y="179298"/>
                  </a:lnTo>
                  <a:lnTo>
                    <a:pt x="1109802" y="179298"/>
                  </a:lnTo>
                  <a:lnTo>
                    <a:pt x="1115525" y="179298"/>
                  </a:lnTo>
                  <a:lnTo>
                    <a:pt x="1159112" y="179298"/>
                  </a:lnTo>
                  <a:lnTo>
                    <a:pt x="1163844" y="179243"/>
                  </a:lnTo>
                  <a:lnTo>
                    <a:pt x="1167587" y="179133"/>
                  </a:lnTo>
                  <a:lnTo>
                    <a:pt x="1171329" y="179023"/>
                  </a:lnTo>
                  <a:lnTo>
                    <a:pt x="1174411" y="178858"/>
                  </a:lnTo>
                  <a:lnTo>
                    <a:pt x="1176832" y="178638"/>
                  </a:lnTo>
                  <a:lnTo>
                    <a:pt x="1179254" y="178418"/>
                  </a:lnTo>
                  <a:lnTo>
                    <a:pt x="1181565" y="178197"/>
                  </a:lnTo>
                  <a:lnTo>
                    <a:pt x="1183766" y="177977"/>
                  </a:lnTo>
                  <a:lnTo>
                    <a:pt x="1183326" y="180839"/>
                  </a:lnTo>
                  <a:lnTo>
                    <a:pt x="1183051" y="184141"/>
                  </a:lnTo>
                  <a:lnTo>
                    <a:pt x="1182941" y="187883"/>
                  </a:lnTo>
                  <a:lnTo>
                    <a:pt x="1182831" y="191626"/>
                  </a:lnTo>
                  <a:lnTo>
                    <a:pt x="1182776" y="196689"/>
                  </a:lnTo>
                  <a:lnTo>
                    <a:pt x="1182776" y="203073"/>
                  </a:lnTo>
                  <a:lnTo>
                    <a:pt x="1182776" y="242366"/>
                  </a:lnTo>
                  <a:lnTo>
                    <a:pt x="1182776" y="248530"/>
                  </a:lnTo>
                  <a:lnTo>
                    <a:pt x="1182996" y="254804"/>
                  </a:lnTo>
                  <a:lnTo>
                    <a:pt x="1183436" y="261188"/>
                  </a:lnTo>
                  <a:lnTo>
                    <a:pt x="1183877" y="267572"/>
                  </a:lnTo>
                  <a:lnTo>
                    <a:pt x="1184647" y="274286"/>
                  </a:lnTo>
                  <a:lnTo>
                    <a:pt x="1185748" y="281330"/>
                  </a:lnTo>
                  <a:lnTo>
                    <a:pt x="1196335" y="277760"/>
                  </a:lnTo>
                  <a:lnTo>
                    <a:pt x="1232554" y="261353"/>
                  </a:lnTo>
                  <a:lnTo>
                    <a:pt x="1254099" y="245999"/>
                  </a:lnTo>
                  <a:lnTo>
                    <a:pt x="1248135" y="238868"/>
                  </a:lnTo>
                  <a:lnTo>
                    <a:pt x="1242460" y="230685"/>
                  </a:lnTo>
                  <a:lnTo>
                    <a:pt x="1222730" y="188420"/>
                  </a:lnTo>
                  <a:lnTo>
                    <a:pt x="1218603" y="176213"/>
                  </a:lnTo>
                  <a:lnTo>
                    <a:pt x="1214805" y="163448"/>
                  </a:lnTo>
                  <a:close/>
                </a:path>
              </a:pathLst>
            </a:custGeom>
            <a:ln w="4444">
              <a:solidFill>
                <a:srgbClr val="401B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99413" y="924775"/>
              <a:ext cx="151383" cy="1705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620787" y="926007"/>
              <a:ext cx="284480" cy="303530"/>
            </a:xfrm>
            <a:custGeom>
              <a:avLst/>
              <a:gdLst/>
              <a:ahLst/>
              <a:cxnLst/>
              <a:rect l="l" t="t" r="r" b="b"/>
              <a:pathLst>
                <a:path w="284479" h="303530">
                  <a:moveTo>
                    <a:pt x="213309" y="249961"/>
                  </a:moveTo>
                  <a:lnTo>
                    <a:pt x="213309" y="257445"/>
                  </a:lnTo>
                  <a:lnTo>
                    <a:pt x="213419" y="265866"/>
                  </a:lnTo>
                  <a:lnTo>
                    <a:pt x="215620" y="303123"/>
                  </a:lnTo>
                  <a:lnTo>
                    <a:pt x="183591" y="303123"/>
                  </a:lnTo>
                  <a:lnTo>
                    <a:pt x="187223" y="257445"/>
                  </a:lnTo>
                  <a:lnTo>
                    <a:pt x="187223" y="249961"/>
                  </a:lnTo>
                  <a:lnTo>
                    <a:pt x="187223" y="133070"/>
                  </a:lnTo>
                  <a:lnTo>
                    <a:pt x="147764" y="133565"/>
                  </a:lnTo>
                  <a:lnTo>
                    <a:pt x="117881" y="134721"/>
                  </a:lnTo>
                  <a:lnTo>
                    <a:pt x="117881" y="107315"/>
                  </a:lnTo>
                  <a:lnTo>
                    <a:pt x="157319" y="108708"/>
                  </a:lnTo>
                  <a:lnTo>
                    <a:pt x="187223" y="109296"/>
                  </a:lnTo>
                  <a:lnTo>
                    <a:pt x="187223" y="50190"/>
                  </a:lnTo>
                  <a:lnTo>
                    <a:pt x="185847" y="11281"/>
                  </a:lnTo>
                  <a:lnTo>
                    <a:pt x="183591" y="0"/>
                  </a:lnTo>
                  <a:lnTo>
                    <a:pt x="189755" y="1100"/>
                  </a:lnTo>
                  <a:lnTo>
                    <a:pt x="195203" y="1926"/>
                  </a:lnTo>
                  <a:lnTo>
                    <a:pt x="199936" y="2476"/>
                  </a:lnTo>
                  <a:lnTo>
                    <a:pt x="204668" y="3026"/>
                  </a:lnTo>
                  <a:lnTo>
                    <a:pt x="209897" y="3191"/>
                  </a:lnTo>
                  <a:lnTo>
                    <a:pt x="215620" y="2971"/>
                  </a:lnTo>
                  <a:lnTo>
                    <a:pt x="219582" y="2751"/>
                  </a:lnTo>
                  <a:lnTo>
                    <a:pt x="221949" y="3302"/>
                  </a:lnTo>
                  <a:lnTo>
                    <a:pt x="222719" y="4622"/>
                  </a:lnTo>
                  <a:lnTo>
                    <a:pt x="223490" y="5943"/>
                  </a:lnTo>
                  <a:lnTo>
                    <a:pt x="221894" y="7814"/>
                  </a:lnTo>
                  <a:lnTo>
                    <a:pt x="217932" y="10236"/>
                  </a:lnTo>
                  <a:lnTo>
                    <a:pt x="216170" y="11336"/>
                  </a:lnTo>
                  <a:lnTo>
                    <a:pt x="214960" y="12602"/>
                  </a:lnTo>
                  <a:lnTo>
                    <a:pt x="214299" y="14033"/>
                  </a:lnTo>
                  <a:lnTo>
                    <a:pt x="213639" y="15464"/>
                  </a:lnTo>
                  <a:lnTo>
                    <a:pt x="213309" y="17720"/>
                  </a:lnTo>
                  <a:lnTo>
                    <a:pt x="213309" y="20802"/>
                  </a:lnTo>
                  <a:lnTo>
                    <a:pt x="213309" y="109296"/>
                  </a:lnTo>
                  <a:lnTo>
                    <a:pt x="253593" y="108635"/>
                  </a:lnTo>
                  <a:lnTo>
                    <a:pt x="283972" y="107315"/>
                  </a:lnTo>
                  <a:lnTo>
                    <a:pt x="283972" y="134721"/>
                  </a:lnTo>
                  <a:lnTo>
                    <a:pt x="244017" y="133256"/>
                  </a:lnTo>
                  <a:lnTo>
                    <a:pt x="213309" y="133070"/>
                  </a:lnTo>
                  <a:lnTo>
                    <a:pt x="213309" y="249961"/>
                  </a:lnTo>
                  <a:close/>
                </a:path>
                <a:path w="284479" h="303530">
                  <a:moveTo>
                    <a:pt x="85191" y="243687"/>
                  </a:moveTo>
                  <a:lnTo>
                    <a:pt x="85191" y="207695"/>
                  </a:lnTo>
                  <a:lnTo>
                    <a:pt x="26416" y="207695"/>
                  </a:lnTo>
                  <a:lnTo>
                    <a:pt x="26416" y="243687"/>
                  </a:lnTo>
                  <a:lnTo>
                    <a:pt x="85191" y="243687"/>
                  </a:lnTo>
                  <a:close/>
                </a:path>
                <a:path w="284479" h="303530">
                  <a:moveTo>
                    <a:pt x="26416" y="262508"/>
                  </a:moveTo>
                  <a:lnTo>
                    <a:pt x="26416" y="289915"/>
                  </a:lnTo>
                  <a:lnTo>
                    <a:pt x="0" y="289915"/>
                  </a:lnTo>
                  <a:lnTo>
                    <a:pt x="660" y="285072"/>
                  </a:lnTo>
                  <a:lnTo>
                    <a:pt x="1100" y="280614"/>
                  </a:lnTo>
                  <a:lnTo>
                    <a:pt x="1320" y="276542"/>
                  </a:lnTo>
                  <a:lnTo>
                    <a:pt x="1540" y="272470"/>
                  </a:lnTo>
                  <a:lnTo>
                    <a:pt x="1651" y="267902"/>
                  </a:lnTo>
                  <a:lnTo>
                    <a:pt x="1651" y="262839"/>
                  </a:lnTo>
                  <a:lnTo>
                    <a:pt x="1651" y="212318"/>
                  </a:lnTo>
                  <a:lnTo>
                    <a:pt x="1651" y="206595"/>
                  </a:lnTo>
                  <a:lnTo>
                    <a:pt x="1596" y="201862"/>
                  </a:lnTo>
                  <a:lnTo>
                    <a:pt x="1485" y="198119"/>
                  </a:lnTo>
                  <a:lnTo>
                    <a:pt x="1375" y="194377"/>
                  </a:lnTo>
                  <a:lnTo>
                    <a:pt x="1210" y="190745"/>
                  </a:lnTo>
                  <a:lnTo>
                    <a:pt x="990" y="187223"/>
                  </a:lnTo>
                  <a:lnTo>
                    <a:pt x="3412" y="187443"/>
                  </a:lnTo>
                  <a:lnTo>
                    <a:pt x="5943" y="187663"/>
                  </a:lnTo>
                  <a:lnTo>
                    <a:pt x="8585" y="187883"/>
                  </a:lnTo>
                  <a:lnTo>
                    <a:pt x="11226" y="188103"/>
                  </a:lnTo>
                  <a:lnTo>
                    <a:pt x="14583" y="188269"/>
                  </a:lnTo>
                  <a:lnTo>
                    <a:pt x="18656" y="188379"/>
                  </a:lnTo>
                  <a:lnTo>
                    <a:pt x="22728" y="188489"/>
                  </a:lnTo>
                  <a:lnTo>
                    <a:pt x="27736" y="188544"/>
                  </a:lnTo>
                  <a:lnTo>
                    <a:pt x="33680" y="188544"/>
                  </a:lnTo>
                  <a:lnTo>
                    <a:pt x="39624" y="188544"/>
                  </a:lnTo>
                  <a:lnTo>
                    <a:pt x="84806" y="188544"/>
                  </a:lnTo>
                  <a:lnTo>
                    <a:pt x="89814" y="188489"/>
                  </a:lnTo>
                  <a:lnTo>
                    <a:pt x="93776" y="188379"/>
                  </a:lnTo>
                  <a:lnTo>
                    <a:pt x="97739" y="188269"/>
                  </a:lnTo>
                  <a:lnTo>
                    <a:pt x="101041" y="188103"/>
                  </a:lnTo>
                  <a:lnTo>
                    <a:pt x="103682" y="187883"/>
                  </a:lnTo>
                  <a:lnTo>
                    <a:pt x="106324" y="187663"/>
                  </a:lnTo>
                  <a:lnTo>
                    <a:pt x="108855" y="187443"/>
                  </a:lnTo>
                  <a:lnTo>
                    <a:pt x="111277" y="187223"/>
                  </a:lnTo>
                  <a:lnTo>
                    <a:pt x="110837" y="190085"/>
                  </a:lnTo>
                  <a:lnTo>
                    <a:pt x="110561" y="193387"/>
                  </a:lnTo>
                  <a:lnTo>
                    <a:pt x="110451" y="197129"/>
                  </a:lnTo>
                  <a:lnTo>
                    <a:pt x="110341" y="200871"/>
                  </a:lnTo>
                  <a:lnTo>
                    <a:pt x="110286" y="205934"/>
                  </a:lnTo>
                  <a:lnTo>
                    <a:pt x="110286" y="212318"/>
                  </a:lnTo>
                  <a:lnTo>
                    <a:pt x="110286" y="258546"/>
                  </a:lnTo>
                  <a:lnTo>
                    <a:pt x="110286" y="263609"/>
                  </a:lnTo>
                  <a:lnTo>
                    <a:pt x="110451" y="268232"/>
                  </a:lnTo>
                  <a:lnTo>
                    <a:pt x="110782" y="272415"/>
                  </a:lnTo>
                  <a:lnTo>
                    <a:pt x="111112" y="276597"/>
                  </a:lnTo>
                  <a:lnTo>
                    <a:pt x="111607" y="281000"/>
                  </a:lnTo>
                  <a:lnTo>
                    <a:pt x="112268" y="285623"/>
                  </a:lnTo>
                  <a:lnTo>
                    <a:pt x="85191" y="285623"/>
                  </a:lnTo>
                  <a:lnTo>
                    <a:pt x="85191" y="262508"/>
                  </a:lnTo>
                  <a:lnTo>
                    <a:pt x="26416" y="262508"/>
                  </a:lnTo>
                  <a:close/>
                </a:path>
              </a:pathLst>
            </a:custGeom>
            <a:ln w="4444">
              <a:solidFill>
                <a:srgbClr val="401B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159500" y="850900"/>
            <a:ext cx="177165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185" b="1">
                <a:latin typeface="Heiti TC"/>
                <a:cs typeface="Heiti TC"/>
              </a:rPr>
              <a:t>職務再設</a:t>
            </a:r>
            <a:r>
              <a:rPr dirty="0" sz="2600" b="1">
                <a:latin typeface="Heiti TC"/>
                <a:cs typeface="Heiti TC"/>
              </a:rPr>
              <a:t>計</a:t>
            </a:r>
            <a:endParaRPr sz="2600">
              <a:latin typeface="Heiti TC"/>
              <a:cs typeface="Heiti TC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79079" y="859879"/>
            <a:ext cx="3180243" cy="29103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71895" y="1220361"/>
            <a:ext cx="3185416" cy="10416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809886" y="749300"/>
            <a:ext cx="635000" cy="635000"/>
            <a:chOff x="1809886" y="749300"/>
            <a:chExt cx="635000" cy="63500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09886" y="749300"/>
              <a:ext cx="635000" cy="635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03384" y="844516"/>
              <a:ext cx="426467" cy="42087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076450" y="12255017"/>
            <a:ext cx="7340600" cy="2159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5600"/>
              </a:lnSpc>
              <a:spcBef>
                <a:spcPts val="100"/>
              </a:spcBef>
            </a:pPr>
            <a:r>
              <a:rPr dirty="0" sz="1500" spc="100">
                <a:solidFill>
                  <a:srgbClr val="090C08"/>
                </a:solidFill>
                <a:latin typeface="AR UDJingXiHeiB5Pro"/>
                <a:cs typeface="AR UDJingXiHeiB5Pro"/>
              </a:rPr>
              <a:t>透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過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職務再設計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補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助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及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專業</a:t>
            </a:r>
            <a:r>
              <a:rPr dirty="0" sz="1500" spc="100">
                <a:solidFill>
                  <a:srgbClr val="090C08"/>
                </a:solidFill>
                <a:latin typeface="Arial Unicode MS"/>
                <a:cs typeface="Arial Unicode MS"/>
              </a:rPr>
              <a:t>諮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詢輔導等措施</a:t>
            </a:r>
            <a:r>
              <a:rPr dirty="0" sz="550" spc="1050">
                <a:solidFill>
                  <a:srgbClr val="090C08"/>
                </a:solidFill>
                <a:latin typeface="Arial Unicode MS"/>
                <a:cs typeface="Arial Unicode MS"/>
              </a:rPr>
              <a:t>，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有效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協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助</a:t>
            </a:r>
            <a:r>
              <a:rPr dirty="0" sz="1500" spc="100">
                <a:solidFill>
                  <a:srgbClr val="090C08"/>
                </a:solidFill>
                <a:latin typeface="AR UDJingXiHeiB5Pro"/>
                <a:cs typeface="AR UDJingXiHeiB5Pro"/>
              </a:rPr>
              <a:t>⾝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⼼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障礙者克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服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⼯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作障礙</a:t>
            </a:r>
            <a:r>
              <a:rPr dirty="0" sz="550" spc="670">
                <a:solidFill>
                  <a:srgbClr val="090C08"/>
                </a:solidFill>
                <a:latin typeface="Arial Unicode MS"/>
                <a:cs typeface="Arial Unicode MS"/>
              </a:rPr>
              <a:t>， 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增</a:t>
            </a:r>
            <a:r>
              <a:rPr dirty="0" sz="1500" spc="100">
                <a:solidFill>
                  <a:srgbClr val="090C08"/>
                </a:solidFill>
                <a:latin typeface="AR UDJingXiHeiB5Pro"/>
                <a:cs typeface="AR UDJingXiHeiB5Pro"/>
              </a:rPr>
              <a:t>進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其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⼯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作效能</a:t>
            </a:r>
            <a:r>
              <a:rPr dirty="0" sz="550" spc="1050">
                <a:solidFill>
                  <a:srgbClr val="090C08"/>
                </a:solidFill>
                <a:latin typeface="Arial Unicode MS"/>
                <a:cs typeface="Arial Unicode MS"/>
              </a:rPr>
              <a:t>，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並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結合專業機構</a:t>
            </a:r>
            <a:r>
              <a:rPr dirty="0" sz="550" spc="1050">
                <a:solidFill>
                  <a:srgbClr val="090C08"/>
                </a:solidFill>
                <a:latin typeface="Arial Unicode MS"/>
                <a:cs typeface="Arial Unicode MS"/>
              </a:rPr>
              <a:t>、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團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體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及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相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關單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位</a:t>
            </a:r>
            <a:r>
              <a:rPr dirty="0" sz="550" spc="1050">
                <a:solidFill>
                  <a:srgbClr val="090C08"/>
                </a:solidFill>
                <a:latin typeface="Arial Unicode MS"/>
                <a:cs typeface="Arial Unicode MS"/>
              </a:rPr>
              <a:t>，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共同促</a:t>
            </a:r>
            <a:r>
              <a:rPr dirty="0" sz="1500" spc="100">
                <a:solidFill>
                  <a:srgbClr val="090C08"/>
                </a:solidFill>
                <a:latin typeface="AR UDJingXiHeiB5Pro"/>
                <a:cs typeface="AR UDJingXiHeiB5Pro"/>
              </a:rPr>
              <a:t>進⾝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⼼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障礙者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順</a:t>
            </a:r>
            <a:r>
              <a:rPr dirty="0" sz="1450" spc="110">
                <a:solidFill>
                  <a:srgbClr val="090C08"/>
                </a:solidFill>
                <a:latin typeface="Arial Unicode MS"/>
                <a:cs typeface="Arial Unicode MS"/>
              </a:rPr>
              <a:t>利就 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業</a:t>
            </a:r>
            <a:r>
              <a:rPr dirty="0" sz="550" spc="1050">
                <a:solidFill>
                  <a:srgbClr val="090C08"/>
                </a:solidFill>
                <a:latin typeface="Arial Unicode MS"/>
                <a:cs typeface="Arial Unicode MS"/>
              </a:rPr>
              <a:t>，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並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積極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開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拓</a:t>
            </a:r>
            <a:r>
              <a:rPr dirty="0" sz="1500" spc="100">
                <a:solidFill>
                  <a:srgbClr val="090C08"/>
                </a:solidFill>
                <a:latin typeface="AR UDJingXiHeiB5Pro"/>
                <a:cs typeface="AR UDJingXiHeiB5Pro"/>
              </a:rPr>
              <a:t>⾝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⼼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障礙者就業機會</a:t>
            </a:r>
            <a:r>
              <a:rPr dirty="0" sz="550" spc="1050">
                <a:solidFill>
                  <a:srgbClr val="090C08"/>
                </a:solidFill>
                <a:latin typeface="Arial Unicode MS"/>
                <a:cs typeface="Arial Unicode MS"/>
              </a:rPr>
              <a:t>，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以落實</a:t>
            </a:r>
            <a:r>
              <a:rPr dirty="0" sz="1500" spc="100">
                <a:solidFill>
                  <a:srgbClr val="090C08"/>
                </a:solidFill>
                <a:latin typeface="AR UDJingXiHeiB5Pro"/>
                <a:cs typeface="AR UDJingXiHeiB5Pro"/>
              </a:rPr>
              <a:t>⾝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⼼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障礙者就業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服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務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⼯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作</a:t>
            </a:r>
            <a:r>
              <a:rPr dirty="0" sz="550" spc="1050">
                <a:solidFill>
                  <a:srgbClr val="090C08"/>
                </a:solidFill>
                <a:latin typeface="Arial Unicode MS"/>
                <a:cs typeface="Arial Unicode MS"/>
              </a:rPr>
              <a:t>。</a:t>
            </a:r>
            <a:endParaRPr sz="550">
              <a:latin typeface="Arial Unicode MS"/>
              <a:cs typeface="Arial Unicode MS"/>
            </a:endParaRPr>
          </a:p>
          <a:p>
            <a:pPr algn="just" marL="12700" marR="5080">
              <a:lnSpc>
                <a:spcPct val="155600"/>
              </a:lnSpc>
            </a:pPr>
            <a:r>
              <a:rPr dirty="0" sz="1500" spc="100">
                <a:solidFill>
                  <a:srgbClr val="090C08"/>
                </a:solidFill>
                <a:latin typeface="AR UDJingXiHeiB5Pro"/>
                <a:cs typeface="AR UDJingXiHeiB5Pro"/>
              </a:rPr>
              <a:t>透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過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職務再設計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補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助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及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專業</a:t>
            </a:r>
            <a:r>
              <a:rPr dirty="0" sz="1500" spc="100">
                <a:solidFill>
                  <a:srgbClr val="090C08"/>
                </a:solidFill>
                <a:latin typeface="Arial Unicode MS"/>
                <a:cs typeface="Arial Unicode MS"/>
              </a:rPr>
              <a:t>諮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詢輔導等措施</a:t>
            </a:r>
            <a:r>
              <a:rPr dirty="0" sz="550" spc="1050">
                <a:solidFill>
                  <a:srgbClr val="090C08"/>
                </a:solidFill>
                <a:latin typeface="Arial Unicode MS"/>
                <a:cs typeface="Arial Unicode MS"/>
              </a:rPr>
              <a:t>，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有效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協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助</a:t>
            </a:r>
            <a:r>
              <a:rPr dirty="0" sz="1500" spc="100">
                <a:solidFill>
                  <a:srgbClr val="090C08"/>
                </a:solidFill>
                <a:latin typeface="AR UDJingXiHeiB5Pro"/>
                <a:cs typeface="AR UDJingXiHeiB5Pro"/>
              </a:rPr>
              <a:t>⾝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⼼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障礙者克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服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⼯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作障礙</a:t>
            </a:r>
            <a:r>
              <a:rPr dirty="0" sz="550" spc="670">
                <a:solidFill>
                  <a:srgbClr val="090C08"/>
                </a:solidFill>
                <a:latin typeface="Arial Unicode MS"/>
                <a:cs typeface="Arial Unicode MS"/>
              </a:rPr>
              <a:t>， 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增</a:t>
            </a:r>
            <a:r>
              <a:rPr dirty="0" sz="1500" spc="100">
                <a:solidFill>
                  <a:srgbClr val="090C08"/>
                </a:solidFill>
                <a:latin typeface="AR UDJingXiHeiB5Pro"/>
                <a:cs typeface="AR UDJingXiHeiB5Pro"/>
              </a:rPr>
              <a:t>進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其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⼯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作效能</a:t>
            </a:r>
            <a:r>
              <a:rPr dirty="0" sz="550" spc="1050">
                <a:solidFill>
                  <a:srgbClr val="090C08"/>
                </a:solidFill>
                <a:latin typeface="Arial Unicode MS"/>
                <a:cs typeface="Arial Unicode MS"/>
              </a:rPr>
              <a:t>，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並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結合專業機構</a:t>
            </a:r>
            <a:r>
              <a:rPr dirty="0" sz="550" spc="1050">
                <a:solidFill>
                  <a:srgbClr val="090C08"/>
                </a:solidFill>
                <a:latin typeface="Arial Unicode MS"/>
                <a:cs typeface="Arial Unicode MS"/>
              </a:rPr>
              <a:t>、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團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體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及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相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關單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位</a:t>
            </a:r>
            <a:r>
              <a:rPr dirty="0" sz="550" spc="1050">
                <a:solidFill>
                  <a:srgbClr val="090C08"/>
                </a:solidFill>
                <a:latin typeface="Arial Unicode MS"/>
                <a:cs typeface="Arial Unicode MS"/>
              </a:rPr>
              <a:t>，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共同促</a:t>
            </a:r>
            <a:r>
              <a:rPr dirty="0" sz="1500" spc="100">
                <a:solidFill>
                  <a:srgbClr val="090C08"/>
                </a:solidFill>
                <a:latin typeface="AR UDJingXiHeiB5Pro"/>
                <a:cs typeface="AR UDJingXiHeiB5Pro"/>
              </a:rPr>
              <a:t>進⾝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⼼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障礙者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順</a:t>
            </a:r>
            <a:r>
              <a:rPr dirty="0" sz="1450" spc="110">
                <a:solidFill>
                  <a:srgbClr val="090C08"/>
                </a:solidFill>
                <a:latin typeface="Arial Unicode MS"/>
                <a:cs typeface="Arial Unicode MS"/>
              </a:rPr>
              <a:t>利就 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業</a:t>
            </a:r>
            <a:r>
              <a:rPr dirty="0" sz="550" spc="1050">
                <a:solidFill>
                  <a:srgbClr val="090C08"/>
                </a:solidFill>
                <a:latin typeface="Arial Unicode MS"/>
                <a:cs typeface="Arial Unicode MS"/>
              </a:rPr>
              <a:t>，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並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積極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開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拓</a:t>
            </a:r>
            <a:r>
              <a:rPr dirty="0" sz="1500" spc="100">
                <a:solidFill>
                  <a:srgbClr val="090C08"/>
                </a:solidFill>
                <a:latin typeface="AR UDJingXiHeiB5Pro"/>
                <a:cs typeface="AR UDJingXiHeiB5Pro"/>
              </a:rPr>
              <a:t>⾝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⼼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障礙者就業機會</a:t>
            </a:r>
            <a:r>
              <a:rPr dirty="0" sz="550" spc="1050">
                <a:solidFill>
                  <a:srgbClr val="090C08"/>
                </a:solidFill>
                <a:latin typeface="Arial Unicode MS"/>
                <a:cs typeface="Arial Unicode MS"/>
              </a:rPr>
              <a:t>，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以落實</a:t>
            </a:r>
            <a:r>
              <a:rPr dirty="0" sz="1500" spc="100">
                <a:solidFill>
                  <a:srgbClr val="090C08"/>
                </a:solidFill>
                <a:latin typeface="AR UDJingXiHeiB5Pro"/>
                <a:cs typeface="AR UDJingXiHeiB5Pro"/>
              </a:rPr>
              <a:t>⾝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⼼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障礙者就業</a:t>
            </a:r>
            <a:r>
              <a:rPr dirty="0" sz="1400" spc="200">
                <a:solidFill>
                  <a:srgbClr val="090C08"/>
                </a:solidFill>
                <a:latin typeface="Arial Unicode MS"/>
                <a:cs typeface="Arial Unicode MS"/>
              </a:rPr>
              <a:t>服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務</a:t>
            </a:r>
            <a:r>
              <a:rPr dirty="0" sz="1450" spc="150">
                <a:solidFill>
                  <a:srgbClr val="090C08"/>
                </a:solidFill>
                <a:latin typeface="AR UDJingXiHeiB5Pro"/>
                <a:cs typeface="AR UDJingXiHeiB5Pro"/>
              </a:rPr>
              <a:t>⼯</a:t>
            </a:r>
            <a:r>
              <a:rPr dirty="0" sz="1450" spc="150">
                <a:solidFill>
                  <a:srgbClr val="090C08"/>
                </a:solidFill>
                <a:latin typeface="Arial Unicode MS"/>
                <a:cs typeface="Arial Unicode MS"/>
              </a:rPr>
              <a:t>作</a:t>
            </a:r>
            <a:r>
              <a:rPr dirty="0" sz="550" spc="1050">
                <a:solidFill>
                  <a:srgbClr val="090C08"/>
                </a:solidFill>
                <a:latin typeface="Arial Unicode MS"/>
                <a:cs typeface="Arial Unicode MS"/>
              </a:rPr>
              <a:t>。</a:t>
            </a:r>
            <a:endParaRPr sz="55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76450" y="10954218"/>
            <a:ext cx="3705225" cy="106299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900" spc="-195">
                <a:solidFill>
                  <a:srgbClr val="FB4F86"/>
                </a:solidFill>
                <a:latin typeface="Arial"/>
                <a:cs typeface="Arial"/>
              </a:rPr>
              <a:t>JOB</a:t>
            </a:r>
            <a:r>
              <a:rPr dirty="0" sz="1900" spc="-215">
                <a:solidFill>
                  <a:srgbClr val="FB4F86"/>
                </a:solidFill>
                <a:latin typeface="Arial"/>
                <a:cs typeface="Arial"/>
              </a:rPr>
              <a:t> </a:t>
            </a:r>
            <a:r>
              <a:rPr dirty="0" sz="1900" spc="-280">
                <a:solidFill>
                  <a:srgbClr val="FB4F86"/>
                </a:solidFill>
                <a:latin typeface="Arial"/>
                <a:cs typeface="Arial"/>
              </a:rPr>
              <a:t>REDESIGN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2400">
                <a:solidFill>
                  <a:srgbClr val="202529"/>
                </a:solidFill>
                <a:latin typeface="Arial Unicode MS"/>
                <a:cs typeface="Arial Unicode MS"/>
              </a:rPr>
              <a:t>什麼是</a:t>
            </a:r>
            <a:r>
              <a:rPr dirty="0" sz="2400" spc="-160">
                <a:solidFill>
                  <a:srgbClr val="202529"/>
                </a:solidFill>
                <a:latin typeface="Arial Unicode MS"/>
                <a:cs typeface="Arial Unicode MS"/>
              </a:rPr>
              <a:t> </a:t>
            </a:r>
            <a:r>
              <a:rPr dirty="0" sz="3600">
                <a:solidFill>
                  <a:srgbClr val="FB5389"/>
                </a:solidFill>
                <a:latin typeface="Arial Unicode MS"/>
                <a:cs typeface="Arial Unicode MS"/>
              </a:rPr>
              <a:t>職務再設計</a:t>
            </a:r>
            <a:r>
              <a:rPr dirty="0" sz="3600" spc="-240">
                <a:solidFill>
                  <a:srgbClr val="FB5389"/>
                </a:solidFill>
                <a:latin typeface="Arial Unicode MS"/>
                <a:cs typeface="Arial Unicode MS"/>
              </a:rPr>
              <a:t> </a:t>
            </a:r>
            <a:r>
              <a:rPr dirty="0" sz="2400">
                <a:solidFill>
                  <a:srgbClr val="202529"/>
                </a:solidFill>
                <a:latin typeface="Arial Unicode MS"/>
                <a:cs typeface="Arial Unicode MS"/>
              </a:rPr>
              <a:t>？</a:t>
            </a:r>
            <a:endParaRPr sz="2400">
              <a:latin typeface="Arial Unicode MS"/>
              <a:cs typeface="Arial Unicode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7348200" cy="4318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290300" y="124358"/>
            <a:ext cx="312420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72465" algn="l"/>
                <a:tab pos="1485265" algn="l"/>
                <a:tab pos="1993264" algn="l"/>
                <a:tab pos="2806065" algn="l"/>
              </a:tabLst>
            </a:pPr>
            <a:r>
              <a:rPr dirty="0" sz="1000" spc="200">
                <a:solidFill>
                  <a:srgbClr val="202529"/>
                </a:solidFill>
                <a:latin typeface="Arial Unicode MS"/>
                <a:cs typeface="Arial Unicode MS"/>
              </a:rPr>
              <a:t>回</a:t>
            </a:r>
            <a:r>
              <a:rPr dirty="0" sz="1100" spc="100">
                <a:solidFill>
                  <a:srgbClr val="202529"/>
                </a:solidFill>
                <a:latin typeface="AR UDJingXiHeiB5Pro"/>
                <a:cs typeface="AR UDJingXiHeiB5Pro"/>
              </a:rPr>
              <a:t>⾸⾴</a:t>
            </a:r>
            <a:r>
              <a:rPr dirty="0" sz="1100" spc="100">
                <a:solidFill>
                  <a:srgbClr val="202529"/>
                </a:solidFill>
                <a:latin typeface="AR UDJingXiHeiB5Pro"/>
                <a:cs typeface="AR UDJingXiHeiB5Pro"/>
              </a:rPr>
              <a:t>	</a:t>
            </a:r>
            <a:r>
              <a:rPr dirty="0" sz="1100" spc="100">
                <a:solidFill>
                  <a:srgbClr val="202529"/>
                </a:solidFill>
                <a:latin typeface="Arial Unicode MS"/>
                <a:cs typeface="Arial Unicode MS"/>
              </a:rPr>
              <a:t>網站導覽</a:t>
            </a:r>
            <a:r>
              <a:rPr dirty="0" sz="1100" spc="100">
                <a:solidFill>
                  <a:srgbClr val="202529"/>
                </a:solidFill>
                <a:latin typeface="Arial Unicode MS"/>
                <a:cs typeface="Arial Unicode MS"/>
              </a:rPr>
              <a:t>	</a:t>
            </a:r>
            <a:r>
              <a:rPr dirty="0" sz="1100" spc="100">
                <a:solidFill>
                  <a:srgbClr val="202529"/>
                </a:solidFill>
                <a:latin typeface="Arial Unicode MS"/>
                <a:cs typeface="Arial Unicode MS"/>
              </a:rPr>
              <a:t>登入</a:t>
            </a:r>
            <a:r>
              <a:rPr dirty="0" sz="1100" spc="100">
                <a:solidFill>
                  <a:srgbClr val="202529"/>
                </a:solidFill>
                <a:latin typeface="Arial Unicode MS"/>
                <a:cs typeface="Arial Unicode MS"/>
              </a:rPr>
              <a:t>	</a:t>
            </a:r>
            <a:r>
              <a:rPr dirty="0" sz="1100" spc="100">
                <a:solidFill>
                  <a:srgbClr val="202529"/>
                </a:solidFill>
                <a:latin typeface="Arial Unicode MS"/>
                <a:cs typeface="Arial Unicode MS"/>
              </a:rPr>
              <a:t>聯絡我們</a:t>
            </a:r>
            <a:r>
              <a:rPr dirty="0" sz="1100" spc="100">
                <a:solidFill>
                  <a:srgbClr val="202529"/>
                </a:solidFill>
                <a:latin typeface="Arial Unicode MS"/>
                <a:cs typeface="Arial Unicode MS"/>
              </a:rPr>
              <a:t>	</a:t>
            </a:r>
            <a:r>
              <a:rPr dirty="0" sz="1100" spc="100">
                <a:solidFill>
                  <a:srgbClr val="202529"/>
                </a:solidFill>
                <a:latin typeface="AR UDJingXiHeiB5Pro"/>
                <a:cs typeface="AR UDJingXiHeiB5Pro"/>
              </a:rPr>
              <a:t>字</a:t>
            </a:r>
            <a:r>
              <a:rPr dirty="0" sz="1100" spc="100">
                <a:solidFill>
                  <a:srgbClr val="202529"/>
                </a:solidFill>
                <a:latin typeface="Arial Unicode MS"/>
                <a:cs typeface="Arial Unicode MS"/>
              </a:rPr>
              <a:t>級</a:t>
            </a:r>
            <a:endParaRPr sz="1100">
              <a:latin typeface="Arial Unicode MS"/>
              <a:cs typeface="Arial Unicode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1855450" y="50800"/>
            <a:ext cx="3740150" cy="330200"/>
            <a:chOff x="11855450" y="50800"/>
            <a:chExt cx="3740150" cy="330200"/>
          </a:xfrm>
        </p:grpSpPr>
        <p:sp>
          <p:nvSpPr>
            <p:cNvPr id="19" name="object 19"/>
            <p:cNvSpPr/>
            <p:nvPr/>
          </p:nvSpPr>
          <p:spPr>
            <a:xfrm>
              <a:off x="12674600" y="120650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215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025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3182600" y="120650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215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025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1861800" y="120650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215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025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3995400" y="120650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215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0252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28800" y="50800"/>
              <a:ext cx="330199" cy="3301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897100" y="50800"/>
              <a:ext cx="330199" cy="3301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65400" y="50800"/>
              <a:ext cx="330199" cy="3301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333115" y="126998"/>
              <a:ext cx="220169" cy="17779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582804" y="126998"/>
              <a:ext cx="220169" cy="17779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953126" y="126998"/>
              <a:ext cx="218148" cy="177799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1460500"/>
            <a:ext cx="17348200" cy="1117600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2019300" y="1907133"/>
            <a:ext cx="83820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50">
                <a:solidFill>
                  <a:srgbClr val="32383F"/>
                </a:solidFill>
                <a:latin typeface="Arial Unicode MS"/>
                <a:cs typeface="Arial Unicode MS"/>
              </a:rPr>
              <a:t>公告訊</a:t>
            </a:r>
            <a:r>
              <a:rPr dirty="0" sz="1450" spc="150">
                <a:solidFill>
                  <a:srgbClr val="32383F"/>
                </a:solidFill>
                <a:latin typeface="AR UDJingXiHeiB5Pro"/>
                <a:cs typeface="AR UDJingXiHeiB5Pro"/>
              </a:rPr>
              <a:t>息</a:t>
            </a:r>
            <a:endParaRPr sz="1450">
              <a:latin typeface="AR UDJingXiHeiB5Pro"/>
              <a:cs typeface="AR UDJingXiHeiB5Pr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25800" y="1891893"/>
            <a:ext cx="153035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Arial Unicode MS"/>
                <a:cs typeface="Arial Unicode MS"/>
              </a:rPr>
              <a:t>線上申辦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18100" y="1906930"/>
            <a:ext cx="83820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50">
                <a:solidFill>
                  <a:srgbClr val="32383F"/>
                </a:solidFill>
                <a:latin typeface="Arial Unicode MS"/>
                <a:cs typeface="Arial Unicode MS"/>
              </a:rPr>
              <a:t>業務專</a:t>
            </a:r>
            <a:r>
              <a:rPr dirty="0" sz="1400" spc="200">
                <a:solidFill>
                  <a:srgbClr val="32383F"/>
                </a:solidFill>
                <a:latin typeface="Arial Unicode MS"/>
                <a:cs typeface="Arial Unicode MS"/>
              </a:rPr>
              <a:t>區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67500" y="1906727"/>
            <a:ext cx="83820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50">
                <a:solidFill>
                  <a:srgbClr val="32383F"/>
                </a:solidFill>
                <a:latin typeface="Arial Unicode MS"/>
                <a:cs typeface="Arial Unicode MS"/>
              </a:rPr>
              <a:t>實例分享</a:t>
            </a:r>
            <a:endParaRPr sz="1450">
              <a:latin typeface="Arial Unicode MS"/>
              <a:cs typeface="Arial Unicode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216900" y="1906320"/>
            <a:ext cx="838200" cy="252729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50" spc="150">
                <a:solidFill>
                  <a:srgbClr val="32383F"/>
                </a:solidFill>
                <a:latin typeface="Arial Unicode MS"/>
                <a:cs typeface="Arial Unicode MS"/>
              </a:rPr>
              <a:t>競賽作品</a:t>
            </a:r>
            <a:endParaRPr sz="1450">
              <a:latin typeface="Arial Unicode MS"/>
              <a:cs typeface="Arial Unicode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766300" y="1907133"/>
            <a:ext cx="83820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50">
                <a:solidFill>
                  <a:srgbClr val="32383F"/>
                </a:solidFill>
                <a:latin typeface="Arial Unicode MS"/>
                <a:cs typeface="Arial Unicode MS"/>
              </a:rPr>
              <a:t>法</a:t>
            </a:r>
            <a:r>
              <a:rPr dirty="0" sz="1450" spc="150">
                <a:solidFill>
                  <a:srgbClr val="32383F"/>
                </a:solidFill>
                <a:latin typeface="AR UDJingXiHeiB5Pro"/>
                <a:cs typeface="AR UDJingXiHeiB5Pro"/>
              </a:rPr>
              <a:t>規</a:t>
            </a:r>
            <a:r>
              <a:rPr dirty="0" sz="1450" spc="150">
                <a:solidFill>
                  <a:srgbClr val="32383F"/>
                </a:solidFill>
                <a:latin typeface="Arial Unicode MS"/>
                <a:cs typeface="Arial Unicode MS"/>
              </a:rPr>
              <a:t>專</a:t>
            </a:r>
            <a:r>
              <a:rPr dirty="0" sz="1400" spc="200">
                <a:solidFill>
                  <a:srgbClr val="32383F"/>
                </a:solidFill>
                <a:latin typeface="Arial Unicode MS"/>
                <a:cs typeface="Arial Unicode MS"/>
              </a:rPr>
              <a:t>區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315700" y="1906930"/>
            <a:ext cx="83820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50">
                <a:solidFill>
                  <a:srgbClr val="32383F"/>
                </a:solidFill>
                <a:latin typeface="AR UDJingXiHeiB5Pro"/>
                <a:cs typeface="AR UDJingXiHeiB5Pro"/>
              </a:rPr>
              <a:t>常⾒</a:t>
            </a:r>
            <a:r>
              <a:rPr dirty="0" sz="1400" spc="200">
                <a:solidFill>
                  <a:srgbClr val="32383F"/>
                </a:solidFill>
                <a:latin typeface="Arial Unicode MS"/>
                <a:cs typeface="Arial Unicode MS"/>
              </a:rPr>
              <a:t>問</a:t>
            </a:r>
            <a:r>
              <a:rPr dirty="0" sz="1450" spc="150">
                <a:solidFill>
                  <a:srgbClr val="32383F"/>
                </a:solidFill>
                <a:latin typeface="Arial Unicode MS"/>
                <a:cs typeface="Arial Unicode MS"/>
              </a:rPr>
              <a:t>答</a:t>
            </a:r>
            <a:endParaRPr sz="1450">
              <a:latin typeface="Arial Unicode MS"/>
              <a:cs typeface="Arial Unicode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865100" y="1907336"/>
            <a:ext cx="83820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50" spc="250">
                <a:solidFill>
                  <a:srgbClr val="32383F"/>
                </a:solidFill>
                <a:latin typeface="Arial Unicode MS"/>
                <a:cs typeface="Arial Unicode MS"/>
              </a:rPr>
              <a:t>下</a:t>
            </a:r>
            <a:r>
              <a:rPr dirty="0" sz="1450" spc="150">
                <a:solidFill>
                  <a:srgbClr val="32383F"/>
                </a:solidFill>
                <a:latin typeface="Arial Unicode MS"/>
                <a:cs typeface="Arial Unicode MS"/>
              </a:rPr>
              <a:t>載專</a:t>
            </a:r>
            <a:r>
              <a:rPr dirty="0" sz="1400" spc="200">
                <a:solidFill>
                  <a:srgbClr val="32383F"/>
                </a:solidFill>
                <a:latin typeface="Arial Unicode MS"/>
                <a:cs typeface="Arial Unicode MS"/>
              </a:rPr>
              <a:t>區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414500" y="1905914"/>
            <a:ext cx="838200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150">
                <a:solidFill>
                  <a:srgbClr val="32383F"/>
                </a:solidFill>
                <a:latin typeface="Arial Unicode MS"/>
                <a:cs typeface="Arial Unicode MS"/>
              </a:rPr>
              <a:t>相</a:t>
            </a:r>
            <a:r>
              <a:rPr dirty="0" sz="1400" spc="200">
                <a:solidFill>
                  <a:srgbClr val="32383F"/>
                </a:solidFill>
                <a:latin typeface="Arial Unicode MS"/>
                <a:cs typeface="Arial Unicode MS"/>
              </a:rPr>
              <a:t>關</a:t>
            </a:r>
            <a:r>
              <a:rPr dirty="0" sz="1500" spc="100">
                <a:solidFill>
                  <a:srgbClr val="32383F"/>
                </a:solidFill>
                <a:latin typeface="AR UDJingXiHeiB5Pro"/>
                <a:cs typeface="AR UDJingXiHeiB5Pro"/>
              </a:rPr>
              <a:t>資</a:t>
            </a:r>
            <a:r>
              <a:rPr dirty="0" sz="1450" spc="150">
                <a:solidFill>
                  <a:srgbClr val="32383F"/>
                </a:solidFill>
                <a:latin typeface="Arial Unicode MS"/>
                <a:cs typeface="Arial Unicode MS"/>
              </a:rPr>
              <a:t>源</a:t>
            </a:r>
            <a:endParaRPr sz="1450">
              <a:latin typeface="Arial Unicode MS"/>
              <a:cs typeface="Arial Unicode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670050" y="508000"/>
            <a:ext cx="13950950" cy="1835150"/>
            <a:chOff x="1670050" y="508000"/>
            <a:chExt cx="13950950" cy="1835150"/>
          </a:xfrm>
        </p:grpSpPr>
        <p:sp>
          <p:nvSpPr>
            <p:cNvPr id="40" name="object 40"/>
            <p:cNvSpPr/>
            <p:nvPr/>
          </p:nvSpPr>
          <p:spPr>
            <a:xfrm>
              <a:off x="3219450" y="1708150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w="0" h="635000">
                  <a:moveTo>
                    <a:pt x="0" y="0"/>
                  </a:moveTo>
                  <a:lnTo>
                    <a:pt x="0" y="635000"/>
                  </a:lnTo>
                </a:path>
              </a:pathLst>
            </a:custGeom>
            <a:ln w="12700">
              <a:solidFill>
                <a:srgbClr val="2025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305550" y="1708150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w="0" h="635000">
                  <a:moveTo>
                    <a:pt x="0" y="0"/>
                  </a:moveTo>
                  <a:lnTo>
                    <a:pt x="0" y="635000"/>
                  </a:lnTo>
                </a:path>
              </a:pathLst>
            </a:custGeom>
            <a:ln w="12700">
              <a:solidFill>
                <a:srgbClr val="2025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676400" y="1708150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w="0" h="635000">
                  <a:moveTo>
                    <a:pt x="0" y="0"/>
                  </a:moveTo>
                  <a:lnTo>
                    <a:pt x="0" y="635000"/>
                  </a:lnTo>
                </a:path>
              </a:pathLst>
            </a:custGeom>
            <a:ln w="12700">
              <a:solidFill>
                <a:srgbClr val="2025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9417050" y="1708150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w="0" h="635000">
                  <a:moveTo>
                    <a:pt x="0" y="0"/>
                  </a:moveTo>
                  <a:lnTo>
                    <a:pt x="0" y="635000"/>
                  </a:lnTo>
                </a:path>
              </a:pathLst>
            </a:custGeom>
            <a:ln w="12700">
              <a:solidFill>
                <a:srgbClr val="2025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762500" y="1708150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w="0" h="635000">
                  <a:moveTo>
                    <a:pt x="0" y="0"/>
                  </a:moveTo>
                  <a:lnTo>
                    <a:pt x="0" y="635000"/>
                  </a:lnTo>
                </a:path>
              </a:pathLst>
            </a:custGeom>
            <a:ln w="12700">
              <a:solidFill>
                <a:srgbClr val="2025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7861300" y="1708150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w="0" h="635000">
                  <a:moveTo>
                    <a:pt x="0" y="0"/>
                  </a:moveTo>
                  <a:lnTo>
                    <a:pt x="0" y="635000"/>
                  </a:lnTo>
                </a:path>
              </a:pathLst>
            </a:custGeom>
            <a:ln w="12700">
              <a:solidFill>
                <a:srgbClr val="2025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0960100" y="1708150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w="0" h="635000">
                  <a:moveTo>
                    <a:pt x="0" y="0"/>
                  </a:moveTo>
                  <a:lnTo>
                    <a:pt x="0" y="635000"/>
                  </a:lnTo>
                </a:path>
              </a:pathLst>
            </a:custGeom>
            <a:ln w="12700">
              <a:solidFill>
                <a:srgbClr val="2025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2509500" y="1708150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w="0" h="635000">
                  <a:moveTo>
                    <a:pt x="0" y="0"/>
                  </a:moveTo>
                  <a:lnTo>
                    <a:pt x="0" y="635000"/>
                  </a:lnTo>
                </a:path>
              </a:pathLst>
            </a:custGeom>
            <a:ln w="12700">
              <a:solidFill>
                <a:srgbClr val="2025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4058900" y="1708150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w="0" h="635000">
                  <a:moveTo>
                    <a:pt x="0" y="0"/>
                  </a:moveTo>
                  <a:lnTo>
                    <a:pt x="0" y="635000"/>
                  </a:lnTo>
                </a:path>
              </a:pathLst>
            </a:custGeom>
            <a:ln w="12700">
              <a:solidFill>
                <a:srgbClr val="2025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5608300" y="1708150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w="0" h="635000">
                  <a:moveTo>
                    <a:pt x="0" y="0"/>
                  </a:moveTo>
                  <a:lnTo>
                    <a:pt x="0" y="635000"/>
                  </a:lnTo>
                </a:path>
              </a:pathLst>
            </a:custGeom>
            <a:ln w="12700">
              <a:solidFill>
                <a:srgbClr val="2025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1064230" y="844370"/>
              <a:ext cx="4190365" cy="831215"/>
            </a:xfrm>
            <a:custGeom>
              <a:avLst/>
              <a:gdLst/>
              <a:ahLst/>
              <a:cxnLst/>
              <a:rect l="l" t="t" r="r" b="b"/>
              <a:pathLst>
                <a:path w="4190365" h="831214">
                  <a:moveTo>
                    <a:pt x="7071" y="646409"/>
                  </a:moveTo>
                  <a:lnTo>
                    <a:pt x="3629" y="645734"/>
                  </a:lnTo>
                  <a:lnTo>
                    <a:pt x="2280" y="644841"/>
                  </a:lnTo>
                  <a:lnTo>
                    <a:pt x="321" y="641932"/>
                  </a:lnTo>
                  <a:lnTo>
                    <a:pt x="0" y="640341"/>
                  </a:lnTo>
                  <a:lnTo>
                    <a:pt x="672" y="636899"/>
                  </a:lnTo>
                  <a:lnTo>
                    <a:pt x="1568" y="635551"/>
                  </a:lnTo>
                  <a:lnTo>
                    <a:pt x="25548" y="619409"/>
                  </a:lnTo>
                  <a:lnTo>
                    <a:pt x="27136" y="619090"/>
                  </a:lnTo>
                  <a:lnTo>
                    <a:pt x="30579" y="619760"/>
                  </a:lnTo>
                  <a:lnTo>
                    <a:pt x="31929" y="620656"/>
                  </a:lnTo>
                  <a:lnTo>
                    <a:pt x="33887" y="623567"/>
                  </a:lnTo>
                  <a:lnTo>
                    <a:pt x="34208" y="625154"/>
                  </a:lnTo>
                  <a:lnTo>
                    <a:pt x="33535" y="628594"/>
                  </a:lnTo>
                  <a:lnTo>
                    <a:pt x="32640" y="629945"/>
                  </a:lnTo>
                  <a:lnTo>
                    <a:pt x="8659" y="646087"/>
                  </a:lnTo>
                  <a:lnTo>
                    <a:pt x="7071" y="646409"/>
                  </a:lnTo>
                  <a:close/>
                </a:path>
                <a:path w="4190365" h="831214">
                  <a:moveTo>
                    <a:pt x="49215" y="618045"/>
                  </a:moveTo>
                  <a:lnTo>
                    <a:pt x="45773" y="617372"/>
                  </a:lnTo>
                  <a:lnTo>
                    <a:pt x="44423" y="616479"/>
                  </a:lnTo>
                  <a:lnTo>
                    <a:pt x="42465" y="613564"/>
                  </a:lnTo>
                  <a:lnTo>
                    <a:pt x="42143" y="611974"/>
                  </a:lnTo>
                  <a:lnTo>
                    <a:pt x="42816" y="608535"/>
                  </a:lnTo>
                  <a:lnTo>
                    <a:pt x="43712" y="607186"/>
                  </a:lnTo>
                  <a:lnTo>
                    <a:pt x="67694" y="591045"/>
                  </a:lnTo>
                  <a:lnTo>
                    <a:pt x="69281" y="590722"/>
                  </a:lnTo>
                  <a:lnTo>
                    <a:pt x="72722" y="591395"/>
                  </a:lnTo>
                  <a:lnTo>
                    <a:pt x="74073" y="592294"/>
                  </a:lnTo>
                  <a:lnTo>
                    <a:pt x="76030" y="595203"/>
                  </a:lnTo>
                  <a:lnTo>
                    <a:pt x="76351" y="596788"/>
                  </a:lnTo>
                  <a:lnTo>
                    <a:pt x="75679" y="600229"/>
                  </a:lnTo>
                  <a:lnTo>
                    <a:pt x="74784" y="601581"/>
                  </a:lnTo>
                  <a:lnTo>
                    <a:pt x="50803" y="617722"/>
                  </a:lnTo>
                  <a:lnTo>
                    <a:pt x="49215" y="618045"/>
                  </a:lnTo>
                  <a:close/>
                </a:path>
                <a:path w="4190365" h="831214">
                  <a:moveTo>
                    <a:pt x="91358" y="589681"/>
                  </a:moveTo>
                  <a:lnTo>
                    <a:pt x="87916" y="589005"/>
                  </a:lnTo>
                  <a:lnTo>
                    <a:pt x="86566" y="588112"/>
                  </a:lnTo>
                  <a:lnTo>
                    <a:pt x="84608" y="585204"/>
                  </a:lnTo>
                  <a:lnTo>
                    <a:pt x="84287" y="583613"/>
                  </a:lnTo>
                  <a:lnTo>
                    <a:pt x="84959" y="580171"/>
                  </a:lnTo>
                  <a:lnTo>
                    <a:pt x="85855" y="578822"/>
                  </a:lnTo>
                  <a:lnTo>
                    <a:pt x="109837" y="562681"/>
                  </a:lnTo>
                  <a:lnTo>
                    <a:pt x="111424" y="562358"/>
                  </a:lnTo>
                  <a:lnTo>
                    <a:pt x="114866" y="563035"/>
                  </a:lnTo>
                  <a:lnTo>
                    <a:pt x="116216" y="563930"/>
                  </a:lnTo>
                  <a:lnTo>
                    <a:pt x="118175" y="566842"/>
                  </a:lnTo>
                  <a:lnTo>
                    <a:pt x="118496" y="568426"/>
                  </a:lnTo>
                  <a:lnTo>
                    <a:pt x="117822" y="571868"/>
                  </a:lnTo>
                  <a:lnTo>
                    <a:pt x="116927" y="573217"/>
                  </a:lnTo>
                  <a:lnTo>
                    <a:pt x="92946" y="589358"/>
                  </a:lnTo>
                  <a:lnTo>
                    <a:pt x="91358" y="589681"/>
                  </a:lnTo>
                  <a:close/>
                </a:path>
                <a:path w="4190365" h="831214">
                  <a:moveTo>
                    <a:pt x="133503" y="561317"/>
                  </a:moveTo>
                  <a:lnTo>
                    <a:pt x="130061" y="560644"/>
                  </a:lnTo>
                  <a:lnTo>
                    <a:pt x="128711" y="559751"/>
                  </a:lnTo>
                  <a:lnTo>
                    <a:pt x="126752" y="556840"/>
                  </a:lnTo>
                  <a:lnTo>
                    <a:pt x="126431" y="555249"/>
                  </a:lnTo>
                  <a:lnTo>
                    <a:pt x="127102" y="551807"/>
                  </a:lnTo>
                  <a:lnTo>
                    <a:pt x="127999" y="550458"/>
                  </a:lnTo>
                  <a:lnTo>
                    <a:pt x="151980" y="534314"/>
                  </a:lnTo>
                  <a:lnTo>
                    <a:pt x="153568" y="533989"/>
                  </a:lnTo>
                  <a:lnTo>
                    <a:pt x="157009" y="534664"/>
                  </a:lnTo>
                  <a:lnTo>
                    <a:pt x="158360" y="535560"/>
                  </a:lnTo>
                  <a:lnTo>
                    <a:pt x="160318" y="538472"/>
                  </a:lnTo>
                  <a:lnTo>
                    <a:pt x="160639" y="540056"/>
                  </a:lnTo>
                  <a:lnTo>
                    <a:pt x="159967" y="543497"/>
                  </a:lnTo>
                  <a:lnTo>
                    <a:pt x="159073" y="544850"/>
                  </a:lnTo>
                  <a:lnTo>
                    <a:pt x="135091" y="560994"/>
                  </a:lnTo>
                  <a:lnTo>
                    <a:pt x="133503" y="561317"/>
                  </a:lnTo>
                  <a:close/>
                </a:path>
                <a:path w="4190365" h="831214">
                  <a:moveTo>
                    <a:pt x="175645" y="532946"/>
                  </a:moveTo>
                  <a:lnTo>
                    <a:pt x="172204" y="532273"/>
                  </a:lnTo>
                  <a:lnTo>
                    <a:pt x="170854" y="531380"/>
                  </a:lnTo>
                  <a:lnTo>
                    <a:pt x="168895" y="528469"/>
                  </a:lnTo>
                  <a:lnTo>
                    <a:pt x="168574" y="526882"/>
                  </a:lnTo>
                  <a:lnTo>
                    <a:pt x="169247" y="523440"/>
                  </a:lnTo>
                  <a:lnTo>
                    <a:pt x="170143" y="522091"/>
                  </a:lnTo>
                  <a:lnTo>
                    <a:pt x="194124" y="505950"/>
                  </a:lnTo>
                  <a:lnTo>
                    <a:pt x="195712" y="505630"/>
                  </a:lnTo>
                  <a:lnTo>
                    <a:pt x="199153" y="506300"/>
                  </a:lnTo>
                  <a:lnTo>
                    <a:pt x="200504" y="507196"/>
                  </a:lnTo>
                  <a:lnTo>
                    <a:pt x="202462" y="510110"/>
                  </a:lnTo>
                  <a:lnTo>
                    <a:pt x="202782" y="511695"/>
                  </a:lnTo>
                  <a:lnTo>
                    <a:pt x="202111" y="515133"/>
                  </a:lnTo>
                  <a:lnTo>
                    <a:pt x="201216" y="516486"/>
                  </a:lnTo>
                  <a:lnTo>
                    <a:pt x="177234" y="532627"/>
                  </a:lnTo>
                  <a:lnTo>
                    <a:pt x="175645" y="532946"/>
                  </a:lnTo>
                  <a:close/>
                </a:path>
                <a:path w="4190365" h="831214">
                  <a:moveTo>
                    <a:pt x="217789" y="504586"/>
                  </a:moveTo>
                  <a:lnTo>
                    <a:pt x="214348" y="503913"/>
                  </a:lnTo>
                  <a:lnTo>
                    <a:pt x="212998" y="503020"/>
                  </a:lnTo>
                  <a:lnTo>
                    <a:pt x="211040" y="500105"/>
                  </a:lnTo>
                  <a:lnTo>
                    <a:pt x="210718" y="498518"/>
                  </a:lnTo>
                  <a:lnTo>
                    <a:pt x="211390" y="495079"/>
                  </a:lnTo>
                  <a:lnTo>
                    <a:pt x="212286" y="493727"/>
                  </a:lnTo>
                  <a:lnTo>
                    <a:pt x="236267" y="477586"/>
                  </a:lnTo>
                  <a:lnTo>
                    <a:pt x="237855" y="477263"/>
                  </a:lnTo>
                  <a:lnTo>
                    <a:pt x="241296" y="477936"/>
                  </a:lnTo>
                  <a:lnTo>
                    <a:pt x="242647" y="478835"/>
                  </a:lnTo>
                  <a:lnTo>
                    <a:pt x="244605" y="481744"/>
                  </a:lnTo>
                  <a:lnTo>
                    <a:pt x="244926" y="483331"/>
                  </a:lnTo>
                  <a:lnTo>
                    <a:pt x="244254" y="486773"/>
                  </a:lnTo>
                  <a:lnTo>
                    <a:pt x="243359" y="488121"/>
                  </a:lnTo>
                  <a:lnTo>
                    <a:pt x="219378" y="504263"/>
                  </a:lnTo>
                  <a:lnTo>
                    <a:pt x="217789" y="504586"/>
                  </a:lnTo>
                  <a:close/>
                </a:path>
                <a:path w="4190365" h="831214">
                  <a:moveTo>
                    <a:pt x="259933" y="476222"/>
                  </a:moveTo>
                  <a:lnTo>
                    <a:pt x="256491" y="475548"/>
                  </a:lnTo>
                  <a:lnTo>
                    <a:pt x="255141" y="474656"/>
                  </a:lnTo>
                  <a:lnTo>
                    <a:pt x="253183" y="471744"/>
                  </a:lnTo>
                  <a:lnTo>
                    <a:pt x="252862" y="470156"/>
                  </a:lnTo>
                  <a:lnTo>
                    <a:pt x="253535" y="466714"/>
                  </a:lnTo>
                  <a:lnTo>
                    <a:pt x="254430" y="465363"/>
                  </a:lnTo>
                  <a:lnTo>
                    <a:pt x="278411" y="449221"/>
                  </a:lnTo>
                  <a:lnTo>
                    <a:pt x="279999" y="448899"/>
                  </a:lnTo>
                  <a:lnTo>
                    <a:pt x="283440" y="449574"/>
                  </a:lnTo>
                  <a:lnTo>
                    <a:pt x="284791" y="450471"/>
                  </a:lnTo>
                  <a:lnTo>
                    <a:pt x="286749" y="453376"/>
                  </a:lnTo>
                  <a:lnTo>
                    <a:pt x="287070" y="454963"/>
                  </a:lnTo>
                  <a:lnTo>
                    <a:pt x="286397" y="458405"/>
                  </a:lnTo>
                  <a:lnTo>
                    <a:pt x="285502" y="459757"/>
                  </a:lnTo>
                  <a:lnTo>
                    <a:pt x="261521" y="475899"/>
                  </a:lnTo>
                  <a:lnTo>
                    <a:pt x="259933" y="476222"/>
                  </a:lnTo>
                  <a:close/>
                </a:path>
                <a:path w="4190365" h="831214">
                  <a:moveTo>
                    <a:pt x="302076" y="447854"/>
                  </a:moveTo>
                  <a:lnTo>
                    <a:pt x="298634" y="447182"/>
                  </a:lnTo>
                  <a:lnTo>
                    <a:pt x="297284" y="446285"/>
                  </a:lnTo>
                  <a:lnTo>
                    <a:pt x="295326" y="443377"/>
                  </a:lnTo>
                  <a:lnTo>
                    <a:pt x="295005" y="441789"/>
                  </a:lnTo>
                  <a:lnTo>
                    <a:pt x="295678" y="438348"/>
                  </a:lnTo>
                  <a:lnTo>
                    <a:pt x="296574" y="436999"/>
                  </a:lnTo>
                  <a:lnTo>
                    <a:pt x="320554" y="420860"/>
                  </a:lnTo>
                  <a:lnTo>
                    <a:pt x="322142" y="420538"/>
                  </a:lnTo>
                  <a:lnTo>
                    <a:pt x="325585" y="421208"/>
                  </a:lnTo>
                  <a:lnTo>
                    <a:pt x="326935" y="422107"/>
                  </a:lnTo>
                  <a:lnTo>
                    <a:pt x="328893" y="425018"/>
                  </a:lnTo>
                  <a:lnTo>
                    <a:pt x="329214" y="426603"/>
                  </a:lnTo>
                  <a:lnTo>
                    <a:pt x="328541" y="430041"/>
                  </a:lnTo>
                  <a:lnTo>
                    <a:pt x="327646" y="431393"/>
                  </a:lnTo>
                  <a:lnTo>
                    <a:pt x="303665" y="447535"/>
                  </a:lnTo>
                  <a:lnTo>
                    <a:pt x="302076" y="447854"/>
                  </a:lnTo>
                  <a:close/>
                </a:path>
                <a:path w="4190365" h="831214">
                  <a:moveTo>
                    <a:pt x="344220" y="419489"/>
                  </a:moveTo>
                  <a:lnTo>
                    <a:pt x="340779" y="418820"/>
                  </a:lnTo>
                  <a:lnTo>
                    <a:pt x="339429" y="417927"/>
                  </a:lnTo>
                  <a:lnTo>
                    <a:pt x="337470" y="415019"/>
                  </a:lnTo>
                  <a:lnTo>
                    <a:pt x="337149" y="413428"/>
                  </a:lnTo>
                  <a:lnTo>
                    <a:pt x="337822" y="409986"/>
                  </a:lnTo>
                  <a:lnTo>
                    <a:pt x="338718" y="408635"/>
                  </a:lnTo>
                  <a:lnTo>
                    <a:pt x="362698" y="392493"/>
                  </a:lnTo>
                  <a:lnTo>
                    <a:pt x="364285" y="392170"/>
                  </a:lnTo>
                  <a:lnTo>
                    <a:pt x="367728" y="392840"/>
                  </a:lnTo>
                  <a:lnTo>
                    <a:pt x="369079" y="393736"/>
                  </a:lnTo>
                  <a:lnTo>
                    <a:pt x="371036" y="396651"/>
                  </a:lnTo>
                  <a:lnTo>
                    <a:pt x="371357" y="398238"/>
                  </a:lnTo>
                  <a:lnTo>
                    <a:pt x="370685" y="401680"/>
                  </a:lnTo>
                  <a:lnTo>
                    <a:pt x="369789" y="403031"/>
                  </a:lnTo>
                  <a:lnTo>
                    <a:pt x="345808" y="419171"/>
                  </a:lnTo>
                  <a:lnTo>
                    <a:pt x="344220" y="419489"/>
                  </a:lnTo>
                  <a:close/>
                </a:path>
                <a:path w="4190365" h="831214">
                  <a:moveTo>
                    <a:pt x="386364" y="391129"/>
                  </a:moveTo>
                  <a:lnTo>
                    <a:pt x="382922" y="390456"/>
                  </a:lnTo>
                  <a:lnTo>
                    <a:pt x="381572" y="389563"/>
                  </a:lnTo>
                  <a:lnTo>
                    <a:pt x="379614" y="386655"/>
                  </a:lnTo>
                  <a:lnTo>
                    <a:pt x="379292" y="385064"/>
                  </a:lnTo>
                  <a:lnTo>
                    <a:pt x="379965" y="381622"/>
                  </a:lnTo>
                  <a:lnTo>
                    <a:pt x="380860" y="380271"/>
                  </a:lnTo>
                  <a:lnTo>
                    <a:pt x="404841" y="364126"/>
                  </a:lnTo>
                  <a:lnTo>
                    <a:pt x="406429" y="363804"/>
                  </a:lnTo>
                  <a:lnTo>
                    <a:pt x="409871" y="364479"/>
                  </a:lnTo>
                  <a:lnTo>
                    <a:pt x="411222" y="365375"/>
                  </a:lnTo>
                  <a:lnTo>
                    <a:pt x="413180" y="368284"/>
                  </a:lnTo>
                  <a:lnTo>
                    <a:pt x="413501" y="369872"/>
                  </a:lnTo>
                  <a:lnTo>
                    <a:pt x="412828" y="373312"/>
                  </a:lnTo>
                  <a:lnTo>
                    <a:pt x="411933" y="374661"/>
                  </a:lnTo>
                  <a:lnTo>
                    <a:pt x="387952" y="390806"/>
                  </a:lnTo>
                  <a:lnTo>
                    <a:pt x="386364" y="391129"/>
                  </a:lnTo>
                  <a:close/>
                </a:path>
                <a:path w="4190365" h="831214">
                  <a:moveTo>
                    <a:pt x="428507" y="362761"/>
                  </a:moveTo>
                  <a:lnTo>
                    <a:pt x="425065" y="362089"/>
                  </a:lnTo>
                  <a:lnTo>
                    <a:pt x="423715" y="361195"/>
                  </a:lnTo>
                  <a:lnTo>
                    <a:pt x="421757" y="358284"/>
                  </a:lnTo>
                  <a:lnTo>
                    <a:pt x="421436" y="356697"/>
                  </a:lnTo>
                  <a:lnTo>
                    <a:pt x="422109" y="353255"/>
                  </a:lnTo>
                  <a:lnTo>
                    <a:pt x="423005" y="351904"/>
                  </a:lnTo>
                  <a:lnTo>
                    <a:pt x="446985" y="335765"/>
                  </a:lnTo>
                  <a:lnTo>
                    <a:pt x="448573" y="335442"/>
                  </a:lnTo>
                  <a:lnTo>
                    <a:pt x="452014" y="336111"/>
                  </a:lnTo>
                  <a:lnTo>
                    <a:pt x="453365" y="337008"/>
                  </a:lnTo>
                  <a:lnTo>
                    <a:pt x="455324" y="339916"/>
                  </a:lnTo>
                  <a:lnTo>
                    <a:pt x="455645" y="341504"/>
                  </a:lnTo>
                  <a:lnTo>
                    <a:pt x="454972" y="344948"/>
                  </a:lnTo>
                  <a:lnTo>
                    <a:pt x="454076" y="346298"/>
                  </a:lnTo>
                  <a:lnTo>
                    <a:pt x="430096" y="362438"/>
                  </a:lnTo>
                  <a:lnTo>
                    <a:pt x="428507" y="362761"/>
                  </a:lnTo>
                  <a:close/>
                </a:path>
                <a:path w="4190365" h="831214">
                  <a:moveTo>
                    <a:pt x="470651" y="334397"/>
                  </a:moveTo>
                  <a:lnTo>
                    <a:pt x="467209" y="333728"/>
                  </a:lnTo>
                  <a:lnTo>
                    <a:pt x="465859" y="332831"/>
                  </a:lnTo>
                  <a:lnTo>
                    <a:pt x="463901" y="329920"/>
                  </a:lnTo>
                  <a:lnTo>
                    <a:pt x="463580" y="328330"/>
                  </a:lnTo>
                  <a:lnTo>
                    <a:pt x="464253" y="324888"/>
                  </a:lnTo>
                  <a:lnTo>
                    <a:pt x="465149" y="323540"/>
                  </a:lnTo>
                  <a:lnTo>
                    <a:pt x="489129" y="307400"/>
                  </a:lnTo>
                  <a:lnTo>
                    <a:pt x="490716" y="307078"/>
                  </a:lnTo>
                  <a:lnTo>
                    <a:pt x="494159" y="307748"/>
                  </a:lnTo>
                  <a:lnTo>
                    <a:pt x="495510" y="308644"/>
                  </a:lnTo>
                  <a:lnTo>
                    <a:pt x="497468" y="311552"/>
                  </a:lnTo>
                  <a:lnTo>
                    <a:pt x="497788" y="313140"/>
                  </a:lnTo>
                  <a:lnTo>
                    <a:pt x="497115" y="316581"/>
                  </a:lnTo>
                  <a:lnTo>
                    <a:pt x="496220" y="317934"/>
                  </a:lnTo>
                  <a:lnTo>
                    <a:pt x="472240" y="334074"/>
                  </a:lnTo>
                  <a:lnTo>
                    <a:pt x="470651" y="334397"/>
                  </a:lnTo>
                  <a:close/>
                </a:path>
                <a:path w="4190365" h="831214">
                  <a:moveTo>
                    <a:pt x="512795" y="306030"/>
                  </a:moveTo>
                  <a:lnTo>
                    <a:pt x="509352" y="305357"/>
                  </a:lnTo>
                  <a:lnTo>
                    <a:pt x="508003" y="304464"/>
                  </a:lnTo>
                  <a:lnTo>
                    <a:pt x="506045" y="301553"/>
                  </a:lnTo>
                  <a:lnTo>
                    <a:pt x="505723" y="299966"/>
                  </a:lnTo>
                  <a:lnTo>
                    <a:pt x="506396" y="296527"/>
                  </a:lnTo>
                  <a:lnTo>
                    <a:pt x="507292" y="295175"/>
                  </a:lnTo>
                  <a:lnTo>
                    <a:pt x="531273" y="279036"/>
                  </a:lnTo>
                  <a:lnTo>
                    <a:pt x="532861" y="278714"/>
                  </a:lnTo>
                  <a:lnTo>
                    <a:pt x="536302" y="279387"/>
                  </a:lnTo>
                  <a:lnTo>
                    <a:pt x="537653" y="280286"/>
                  </a:lnTo>
                  <a:lnTo>
                    <a:pt x="539611" y="283194"/>
                  </a:lnTo>
                  <a:lnTo>
                    <a:pt x="539932" y="284782"/>
                  </a:lnTo>
                  <a:lnTo>
                    <a:pt x="539260" y="288223"/>
                  </a:lnTo>
                  <a:lnTo>
                    <a:pt x="538364" y="289572"/>
                  </a:lnTo>
                  <a:lnTo>
                    <a:pt x="514383" y="305711"/>
                  </a:lnTo>
                  <a:lnTo>
                    <a:pt x="512795" y="306030"/>
                  </a:lnTo>
                  <a:close/>
                </a:path>
                <a:path w="4190365" h="831214">
                  <a:moveTo>
                    <a:pt x="554938" y="277668"/>
                  </a:moveTo>
                  <a:lnTo>
                    <a:pt x="551496" y="276997"/>
                  </a:lnTo>
                  <a:lnTo>
                    <a:pt x="550146" y="276100"/>
                  </a:lnTo>
                  <a:lnTo>
                    <a:pt x="548189" y="273194"/>
                  </a:lnTo>
                  <a:lnTo>
                    <a:pt x="547867" y="271604"/>
                  </a:lnTo>
                  <a:lnTo>
                    <a:pt x="548539" y="268163"/>
                  </a:lnTo>
                  <a:lnTo>
                    <a:pt x="549435" y="266811"/>
                  </a:lnTo>
                  <a:lnTo>
                    <a:pt x="573416" y="250670"/>
                  </a:lnTo>
                  <a:lnTo>
                    <a:pt x="575004" y="250347"/>
                  </a:lnTo>
                  <a:lnTo>
                    <a:pt x="578446" y="251020"/>
                  </a:lnTo>
                  <a:lnTo>
                    <a:pt x="579796" y="251915"/>
                  </a:lnTo>
                  <a:lnTo>
                    <a:pt x="581754" y="254828"/>
                  </a:lnTo>
                  <a:lnTo>
                    <a:pt x="582075" y="256415"/>
                  </a:lnTo>
                  <a:lnTo>
                    <a:pt x="581403" y="259857"/>
                  </a:lnTo>
                  <a:lnTo>
                    <a:pt x="580507" y="261205"/>
                  </a:lnTo>
                  <a:lnTo>
                    <a:pt x="556526" y="277347"/>
                  </a:lnTo>
                  <a:lnTo>
                    <a:pt x="554938" y="277668"/>
                  </a:lnTo>
                  <a:close/>
                </a:path>
                <a:path w="4190365" h="831214">
                  <a:moveTo>
                    <a:pt x="597082" y="249304"/>
                  </a:moveTo>
                  <a:lnTo>
                    <a:pt x="593640" y="248632"/>
                  </a:lnTo>
                  <a:lnTo>
                    <a:pt x="592290" y="247736"/>
                  </a:lnTo>
                  <a:lnTo>
                    <a:pt x="590332" y="244828"/>
                  </a:lnTo>
                  <a:lnTo>
                    <a:pt x="590009" y="243238"/>
                  </a:lnTo>
                  <a:lnTo>
                    <a:pt x="590682" y="239796"/>
                  </a:lnTo>
                  <a:lnTo>
                    <a:pt x="591578" y="238447"/>
                  </a:lnTo>
                  <a:lnTo>
                    <a:pt x="615560" y="222305"/>
                  </a:lnTo>
                  <a:lnTo>
                    <a:pt x="617147" y="221983"/>
                  </a:lnTo>
                  <a:lnTo>
                    <a:pt x="620589" y="222656"/>
                  </a:lnTo>
                  <a:lnTo>
                    <a:pt x="621939" y="223551"/>
                  </a:lnTo>
                  <a:lnTo>
                    <a:pt x="623897" y="226463"/>
                  </a:lnTo>
                  <a:lnTo>
                    <a:pt x="624218" y="228051"/>
                  </a:lnTo>
                  <a:lnTo>
                    <a:pt x="623547" y="231489"/>
                  </a:lnTo>
                  <a:lnTo>
                    <a:pt x="622651" y="232841"/>
                  </a:lnTo>
                  <a:lnTo>
                    <a:pt x="598669" y="248983"/>
                  </a:lnTo>
                  <a:lnTo>
                    <a:pt x="597082" y="249304"/>
                  </a:lnTo>
                  <a:close/>
                </a:path>
                <a:path w="4190365" h="831214">
                  <a:moveTo>
                    <a:pt x="639226" y="220938"/>
                  </a:moveTo>
                  <a:lnTo>
                    <a:pt x="635785" y="220268"/>
                  </a:lnTo>
                  <a:lnTo>
                    <a:pt x="634434" y="219375"/>
                  </a:lnTo>
                  <a:lnTo>
                    <a:pt x="632476" y="216461"/>
                  </a:lnTo>
                  <a:lnTo>
                    <a:pt x="632155" y="214873"/>
                  </a:lnTo>
                  <a:lnTo>
                    <a:pt x="632828" y="211434"/>
                  </a:lnTo>
                  <a:lnTo>
                    <a:pt x="633723" y="210083"/>
                  </a:lnTo>
                  <a:lnTo>
                    <a:pt x="657704" y="193941"/>
                  </a:lnTo>
                  <a:lnTo>
                    <a:pt x="659292" y="193619"/>
                  </a:lnTo>
                  <a:lnTo>
                    <a:pt x="662733" y="194292"/>
                  </a:lnTo>
                  <a:lnTo>
                    <a:pt x="664084" y="195187"/>
                  </a:lnTo>
                  <a:lnTo>
                    <a:pt x="666042" y="198095"/>
                  </a:lnTo>
                  <a:lnTo>
                    <a:pt x="666363" y="199680"/>
                  </a:lnTo>
                  <a:lnTo>
                    <a:pt x="665690" y="203125"/>
                  </a:lnTo>
                  <a:lnTo>
                    <a:pt x="664795" y="204477"/>
                  </a:lnTo>
                  <a:lnTo>
                    <a:pt x="640814" y="220619"/>
                  </a:lnTo>
                  <a:lnTo>
                    <a:pt x="639226" y="220938"/>
                  </a:lnTo>
                  <a:close/>
                </a:path>
                <a:path w="4190365" h="831214">
                  <a:moveTo>
                    <a:pt x="681369" y="192571"/>
                  </a:moveTo>
                  <a:lnTo>
                    <a:pt x="677928" y="191900"/>
                  </a:lnTo>
                  <a:lnTo>
                    <a:pt x="676578" y="191007"/>
                  </a:lnTo>
                  <a:lnTo>
                    <a:pt x="674620" y="188099"/>
                  </a:lnTo>
                  <a:lnTo>
                    <a:pt x="674299" y="186509"/>
                  </a:lnTo>
                  <a:lnTo>
                    <a:pt x="674971" y="183064"/>
                  </a:lnTo>
                  <a:lnTo>
                    <a:pt x="675866" y="181715"/>
                  </a:lnTo>
                  <a:lnTo>
                    <a:pt x="699847" y="165573"/>
                  </a:lnTo>
                  <a:lnTo>
                    <a:pt x="701435" y="165251"/>
                  </a:lnTo>
                  <a:lnTo>
                    <a:pt x="704877" y="165924"/>
                  </a:lnTo>
                  <a:lnTo>
                    <a:pt x="706227" y="166820"/>
                  </a:lnTo>
                  <a:lnTo>
                    <a:pt x="708185" y="169731"/>
                  </a:lnTo>
                  <a:lnTo>
                    <a:pt x="708506" y="171316"/>
                  </a:lnTo>
                  <a:lnTo>
                    <a:pt x="707833" y="174760"/>
                  </a:lnTo>
                  <a:lnTo>
                    <a:pt x="706939" y="176113"/>
                  </a:lnTo>
                  <a:lnTo>
                    <a:pt x="682957" y="192251"/>
                  </a:lnTo>
                  <a:lnTo>
                    <a:pt x="681369" y="192571"/>
                  </a:lnTo>
                  <a:close/>
                </a:path>
                <a:path w="4190365" h="831214">
                  <a:moveTo>
                    <a:pt x="723513" y="164209"/>
                  </a:moveTo>
                  <a:lnTo>
                    <a:pt x="720071" y="163534"/>
                  </a:lnTo>
                  <a:lnTo>
                    <a:pt x="718721" y="162641"/>
                  </a:lnTo>
                  <a:lnTo>
                    <a:pt x="716763" y="159735"/>
                  </a:lnTo>
                  <a:lnTo>
                    <a:pt x="716442" y="158145"/>
                  </a:lnTo>
                  <a:lnTo>
                    <a:pt x="717115" y="154699"/>
                  </a:lnTo>
                  <a:lnTo>
                    <a:pt x="718009" y="153351"/>
                  </a:lnTo>
                  <a:lnTo>
                    <a:pt x="741991" y="137209"/>
                  </a:lnTo>
                  <a:lnTo>
                    <a:pt x="743578" y="136886"/>
                  </a:lnTo>
                  <a:lnTo>
                    <a:pt x="747020" y="137560"/>
                  </a:lnTo>
                  <a:lnTo>
                    <a:pt x="748370" y="138456"/>
                  </a:lnTo>
                  <a:lnTo>
                    <a:pt x="750328" y="141367"/>
                  </a:lnTo>
                  <a:lnTo>
                    <a:pt x="750649" y="142952"/>
                  </a:lnTo>
                  <a:lnTo>
                    <a:pt x="749976" y="146394"/>
                  </a:lnTo>
                  <a:lnTo>
                    <a:pt x="749082" y="147745"/>
                  </a:lnTo>
                  <a:lnTo>
                    <a:pt x="725100" y="163887"/>
                  </a:lnTo>
                  <a:lnTo>
                    <a:pt x="723513" y="164209"/>
                  </a:lnTo>
                  <a:close/>
                </a:path>
                <a:path w="4190365" h="831214">
                  <a:moveTo>
                    <a:pt x="765656" y="135843"/>
                  </a:moveTo>
                  <a:lnTo>
                    <a:pt x="762214" y="135169"/>
                  </a:lnTo>
                  <a:lnTo>
                    <a:pt x="760864" y="134277"/>
                  </a:lnTo>
                  <a:lnTo>
                    <a:pt x="758906" y="131364"/>
                  </a:lnTo>
                  <a:lnTo>
                    <a:pt x="758585" y="129777"/>
                  </a:lnTo>
                  <a:lnTo>
                    <a:pt x="759258" y="126335"/>
                  </a:lnTo>
                  <a:lnTo>
                    <a:pt x="760152" y="124987"/>
                  </a:lnTo>
                  <a:lnTo>
                    <a:pt x="784135" y="108845"/>
                  </a:lnTo>
                  <a:lnTo>
                    <a:pt x="785723" y="108522"/>
                  </a:lnTo>
                  <a:lnTo>
                    <a:pt x="789164" y="109195"/>
                  </a:lnTo>
                  <a:lnTo>
                    <a:pt x="790515" y="110092"/>
                  </a:lnTo>
                  <a:lnTo>
                    <a:pt x="792473" y="113007"/>
                  </a:lnTo>
                  <a:lnTo>
                    <a:pt x="792794" y="114590"/>
                  </a:lnTo>
                  <a:lnTo>
                    <a:pt x="792121" y="118029"/>
                  </a:lnTo>
                  <a:lnTo>
                    <a:pt x="791226" y="119381"/>
                  </a:lnTo>
                  <a:lnTo>
                    <a:pt x="767243" y="135522"/>
                  </a:lnTo>
                  <a:lnTo>
                    <a:pt x="765656" y="135843"/>
                  </a:lnTo>
                  <a:close/>
                </a:path>
                <a:path w="4190365" h="831214">
                  <a:moveTo>
                    <a:pt x="807801" y="107481"/>
                  </a:moveTo>
                  <a:lnTo>
                    <a:pt x="804359" y="106808"/>
                  </a:lnTo>
                  <a:lnTo>
                    <a:pt x="803009" y="105915"/>
                  </a:lnTo>
                  <a:lnTo>
                    <a:pt x="801051" y="103000"/>
                  </a:lnTo>
                  <a:lnTo>
                    <a:pt x="800728" y="101413"/>
                  </a:lnTo>
                  <a:lnTo>
                    <a:pt x="801401" y="97975"/>
                  </a:lnTo>
                  <a:lnTo>
                    <a:pt x="802297" y="96622"/>
                  </a:lnTo>
                  <a:lnTo>
                    <a:pt x="826279" y="80481"/>
                  </a:lnTo>
                  <a:lnTo>
                    <a:pt x="827866" y="80158"/>
                  </a:lnTo>
                  <a:lnTo>
                    <a:pt x="831308" y="80835"/>
                  </a:lnTo>
                  <a:lnTo>
                    <a:pt x="832658" y="81730"/>
                  </a:lnTo>
                  <a:lnTo>
                    <a:pt x="834616" y="84639"/>
                  </a:lnTo>
                  <a:lnTo>
                    <a:pt x="834937" y="86226"/>
                  </a:lnTo>
                  <a:lnTo>
                    <a:pt x="834264" y="89668"/>
                  </a:lnTo>
                  <a:lnTo>
                    <a:pt x="833370" y="91017"/>
                  </a:lnTo>
                  <a:lnTo>
                    <a:pt x="809388" y="107158"/>
                  </a:lnTo>
                  <a:lnTo>
                    <a:pt x="807801" y="107481"/>
                  </a:lnTo>
                  <a:close/>
                </a:path>
                <a:path w="4190365" h="831214">
                  <a:moveTo>
                    <a:pt x="849944" y="79117"/>
                  </a:moveTo>
                  <a:lnTo>
                    <a:pt x="846502" y="78444"/>
                  </a:lnTo>
                  <a:lnTo>
                    <a:pt x="845152" y="77551"/>
                  </a:lnTo>
                  <a:lnTo>
                    <a:pt x="843194" y="74640"/>
                  </a:lnTo>
                  <a:lnTo>
                    <a:pt x="842871" y="73052"/>
                  </a:lnTo>
                  <a:lnTo>
                    <a:pt x="843544" y="69611"/>
                  </a:lnTo>
                  <a:lnTo>
                    <a:pt x="844440" y="68258"/>
                  </a:lnTo>
                  <a:lnTo>
                    <a:pt x="868422" y="52116"/>
                  </a:lnTo>
                  <a:lnTo>
                    <a:pt x="870009" y="51794"/>
                  </a:lnTo>
                  <a:lnTo>
                    <a:pt x="873451" y="52471"/>
                  </a:lnTo>
                  <a:lnTo>
                    <a:pt x="874801" y="53366"/>
                  </a:lnTo>
                  <a:lnTo>
                    <a:pt x="876759" y="56272"/>
                  </a:lnTo>
                  <a:lnTo>
                    <a:pt x="877080" y="57859"/>
                  </a:lnTo>
                  <a:lnTo>
                    <a:pt x="876407" y="61304"/>
                  </a:lnTo>
                  <a:lnTo>
                    <a:pt x="875513" y="62652"/>
                  </a:lnTo>
                  <a:lnTo>
                    <a:pt x="851531" y="78794"/>
                  </a:lnTo>
                  <a:lnTo>
                    <a:pt x="849944" y="79117"/>
                  </a:lnTo>
                  <a:close/>
                </a:path>
                <a:path w="4190365" h="831214">
                  <a:moveTo>
                    <a:pt x="892087" y="50753"/>
                  </a:moveTo>
                  <a:lnTo>
                    <a:pt x="888645" y="50079"/>
                  </a:lnTo>
                  <a:lnTo>
                    <a:pt x="887295" y="49187"/>
                  </a:lnTo>
                  <a:lnTo>
                    <a:pt x="885337" y="46276"/>
                  </a:lnTo>
                  <a:lnTo>
                    <a:pt x="885014" y="44688"/>
                  </a:lnTo>
                  <a:lnTo>
                    <a:pt x="885687" y="41243"/>
                  </a:lnTo>
                  <a:lnTo>
                    <a:pt x="886583" y="39894"/>
                  </a:lnTo>
                  <a:lnTo>
                    <a:pt x="910565" y="23750"/>
                  </a:lnTo>
                  <a:lnTo>
                    <a:pt x="912152" y="23427"/>
                  </a:lnTo>
                  <a:lnTo>
                    <a:pt x="915594" y="24100"/>
                  </a:lnTo>
                  <a:lnTo>
                    <a:pt x="916944" y="24996"/>
                  </a:lnTo>
                  <a:lnTo>
                    <a:pt x="918902" y="27908"/>
                  </a:lnTo>
                  <a:lnTo>
                    <a:pt x="919223" y="29491"/>
                  </a:lnTo>
                  <a:lnTo>
                    <a:pt x="918550" y="32933"/>
                  </a:lnTo>
                  <a:lnTo>
                    <a:pt x="917656" y="34286"/>
                  </a:lnTo>
                  <a:lnTo>
                    <a:pt x="893674" y="50430"/>
                  </a:lnTo>
                  <a:lnTo>
                    <a:pt x="892087" y="50753"/>
                  </a:lnTo>
                  <a:close/>
                </a:path>
                <a:path w="4190365" h="831214">
                  <a:moveTo>
                    <a:pt x="934232" y="22386"/>
                  </a:moveTo>
                  <a:lnTo>
                    <a:pt x="930790" y="21709"/>
                  </a:lnTo>
                  <a:lnTo>
                    <a:pt x="929440" y="20816"/>
                  </a:lnTo>
                  <a:lnTo>
                    <a:pt x="927482" y="17905"/>
                  </a:lnTo>
                  <a:lnTo>
                    <a:pt x="927159" y="16314"/>
                  </a:lnTo>
                  <a:lnTo>
                    <a:pt x="927832" y="12872"/>
                  </a:lnTo>
                  <a:lnTo>
                    <a:pt x="928728" y="11527"/>
                  </a:lnTo>
                  <a:lnTo>
                    <a:pt x="945380" y="318"/>
                  </a:lnTo>
                  <a:lnTo>
                    <a:pt x="946967" y="0"/>
                  </a:lnTo>
                  <a:lnTo>
                    <a:pt x="950410" y="669"/>
                  </a:lnTo>
                  <a:lnTo>
                    <a:pt x="951761" y="1565"/>
                  </a:lnTo>
                  <a:lnTo>
                    <a:pt x="953251" y="3782"/>
                  </a:lnTo>
                  <a:lnTo>
                    <a:pt x="953581" y="4610"/>
                  </a:lnTo>
                  <a:lnTo>
                    <a:pt x="953913" y="6569"/>
                  </a:lnTo>
                  <a:lnTo>
                    <a:pt x="947473" y="6569"/>
                  </a:lnTo>
                  <a:lnTo>
                    <a:pt x="941211" y="7630"/>
                  </a:lnTo>
                  <a:lnTo>
                    <a:pt x="942854" y="17330"/>
                  </a:lnTo>
                  <a:lnTo>
                    <a:pt x="935819" y="22063"/>
                  </a:lnTo>
                  <a:lnTo>
                    <a:pt x="934232" y="22386"/>
                  </a:lnTo>
                  <a:close/>
                </a:path>
                <a:path w="4190365" h="831214">
                  <a:moveTo>
                    <a:pt x="942854" y="17330"/>
                  </a:moveTo>
                  <a:lnTo>
                    <a:pt x="941211" y="7630"/>
                  </a:lnTo>
                  <a:lnTo>
                    <a:pt x="947473" y="6569"/>
                  </a:lnTo>
                  <a:lnTo>
                    <a:pt x="951018" y="11837"/>
                  </a:lnTo>
                  <a:lnTo>
                    <a:pt x="942854" y="17330"/>
                  </a:lnTo>
                  <a:close/>
                </a:path>
                <a:path w="4190365" h="831214">
                  <a:moveTo>
                    <a:pt x="948279" y="21831"/>
                  </a:moveTo>
                  <a:lnTo>
                    <a:pt x="946699" y="21468"/>
                  </a:lnTo>
                  <a:lnTo>
                    <a:pt x="943839" y="19437"/>
                  </a:lnTo>
                  <a:lnTo>
                    <a:pt x="942978" y="18067"/>
                  </a:lnTo>
                  <a:lnTo>
                    <a:pt x="942854" y="17330"/>
                  </a:lnTo>
                  <a:lnTo>
                    <a:pt x="951018" y="11837"/>
                  </a:lnTo>
                  <a:lnTo>
                    <a:pt x="947473" y="6569"/>
                  </a:lnTo>
                  <a:lnTo>
                    <a:pt x="953913" y="6569"/>
                  </a:lnTo>
                  <a:lnTo>
                    <a:pt x="955502" y="15946"/>
                  </a:lnTo>
                  <a:lnTo>
                    <a:pt x="955140" y="17524"/>
                  </a:lnTo>
                  <a:lnTo>
                    <a:pt x="953109" y="20383"/>
                  </a:lnTo>
                  <a:lnTo>
                    <a:pt x="951736" y="21244"/>
                  </a:lnTo>
                  <a:lnTo>
                    <a:pt x="948279" y="21831"/>
                  </a:lnTo>
                  <a:close/>
                </a:path>
                <a:path w="4190365" h="831214">
                  <a:moveTo>
                    <a:pt x="956760" y="71917"/>
                  </a:moveTo>
                  <a:lnTo>
                    <a:pt x="955181" y="71555"/>
                  </a:lnTo>
                  <a:lnTo>
                    <a:pt x="952322" y="69523"/>
                  </a:lnTo>
                  <a:lnTo>
                    <a:pt x="951462" y="68153"/>
                  </a:lnTo>
                  <a:lnTo>
                    <a:pt x="946634" y="39653"/>
                  </a:lnTo>
                  <a:lnTo>
                    <a:pt x="946995" y="38074"/>
                  </a:lnTo>
                  <a:lnTo>
                    <a:pt x="949026" y="35213"/>
                  </a:lnTo>
                  <a:lnTo>
                    <a:pt x="950398" y="34350"/>
                  </a:lnTo>
                  <a:lnTo>
                    <a:pt x="953855" y="33768"/>
                  </a:lnTo>
                  <a:lnTo>
                    <a:pt x="955433" y="34127"/>
                  </a:lnTo>
                  <a:lnTo>
                    <a:pt x="958292" y="36158"/>
                  </a:lnTo>
                  <a:lnTo>
                    <a:pt x="959154" y="37532"/>
                  </a:lnTo>
                  <a:lnTo>
                    <a:pt x="963982" y="66032"/>
                  </a:lnTo>
                  <a:lnTo>
                    <a:pt x="963619" y="67613"/>
                  </a:lnTo>
                  <a:lnTo>
                    <a:pt x="961588" y="70472"/>
                  </a:lnTo>
                  <a:lnTo>
                    <a:pt x="960218" y="71332"/>
                  </a:lnTo>
                  <a:lnTo>
                    <a:pt x="956760" y="71917"/>
                  </a:lnTo>
                  <a:close/>
                </a:path>
                <a:path w="4190365" h="831214">
                  <a:moveTo>
                    <a:pt x="965239" y="122005"/>
                  </a:moveTo>
                  <a:lnTo>
                    <a:pt x="963659" y="121641"/>
                  </a:lnTo>
                  <a:lnTo>
                    <a:pt x="960800" y="119611"/>
                  </a:lnTo>
                  <a:lnTo>
                    <a:pt x="959940" y="118240"/>
                  </a:lnTo>
                  <a:lnTo>
                    <a:pt x="955114" y="89739"/>
                  </a:lnTo>
                  <a:lnTo>
                    <a:pt x="955474" y="88158"/>
                  </a:lnTo>
                  <a:lnTo>
                    <a:pt x="957505" y="85297"/>
                  </a:lnTo>
                  <a:lnTo>
                    <a:pt x="958878" y="84438"/>
                  </a:lnTo>
                  <a:lnTo>
                    <a:pt x="962337" y="83855"/>
                  </a:lnTo>
                  <a:lnTo>
                    <a:pt x="963915" y="84217"/>
                  </a:lnTo>
                  <a:lnTo>
                    <a:pt x="966775" y="86248"/>
                  </a:lnTo>
                  <a:lnTo>
                    <a:pt x="967637" y="87622"/>
                  </a:lnTo>
                  <a:lnTo>
                    <a:pt x="972463" y="116119"/>
                  </a:lnTo>
                  <a:lnTo>
                    <a:pt x="972101" y="117694"/>
                  </a:lnTo>
                  <a:lnTo>
                    <a:pt x="970070" y="120556"/>
                  </a:lnTo>
                  <a:lnTo>
                    <a:pt x="968698" y="121418"/>
                  </a:lnTo>
                  <a:lnTo>
                    <a:pt x="965239" y="122005"/>
                  </a:lnTo>
                  <a:close/>
                </a:path>
                <a:path w="4190365" h="831214">
                  <a:moveTo>
                    <a:pt x="973722" y="172091"/>
                  </a:moveTo>
                  <a:lnTo>
                    <a:pt x="972142" y="171728"/>
                  </a:lnTo>
                  <a:lnTo>
                    <a:pt x="969284" y="169697"/>
                  </a:lnTo>
                  <a:lnTo>
                    <a:pt x="968423" y="168327"/>
                  </a:lnTo>
                  <a:lnTo>
                    <a:pt x="963596" y="139827"/>
                  </a:lnTo>
                  <a:lnTo>
                    <a:pt x="963955" y="138245"/>
                  </a:lnTo>
                  <a:lnTo>
                    <a:pt x="965986" y="135387"/>
                  </a:lnTo>
                  <a:lnTo>
                    <a:pt x="967360" y="134527"/>
                  </a:lnTo>
                  <a:lnTo>
                    <a:pt x="970817" y="133941"/>
                  </a:lnTo>
                  <a:lnTo>
                    <a:pt x="972395" y="134301"/>
                  </a:lnTo>
                  <a:lnTo>
                    <a:pt x="975254" y="136331"/>
                  </a:lnTo>
                  <a:lnTo>
                    <a:pt x="976116" y="137706"/>
                  </a:lnTo>
                  <a:lnTo>
                    <a:pt x="980943" y="166206"/>
                  </a:lnTo>
                  <a:lnTo>
                    <a:pt x="980581" y="167784"/>
                  </a:lnTo>
                  <a:lnTo>
                    <a:pt x="978550" y="170643"/>
                  </a:lnTo>
                  <a:lnTo>
                    <a:pt x="977179" y="171505"/>
                  </a:lnTo>
                  <a:lnTo>
                    <a:pt x="973722" y="172091"/>
                  </a:lnTo>
                  <a:close/>
                </a:path>
                <a:path w="4190365" h="831214">
                  <a:moveTo>
                    <a:pt x="982201" y="222178"/>
                  </a:moveTo>
                  <a:lnTo>
                    <a:pt x="980621" y="221815"/>
                  </a:lnTo>
                  <a:lnTo>
                    <a:pt x="977762" y="219787"/>
                  </a:lnTo>
                  <a:lnTo>
                    <a:pt x="976902" y="218414"/>
                  </a:lnTo>
                  <a:lnTo>
                    <a:pt x="972076" y="189913"/>
                  </a:lnTo>
                  <a:lnTo>
                    <a:pt x="972437" y="188335"/>
                  </a:lnTo>
                  <a:lnTo>
                    <a:pt x="974468" y="185473"/>
                  </a:lnTo>
                  <a:lnTo>
                    <a:pt x="975840" y="184611"/>
                  </a:lnTo>
                  <a:lnTo>
                    <a:pt x="979299" y="184029"/>
                  </a:lnTo>
                  <a:lnTo>
                    <a:pt x="980877" y="184391"/>
                  </a:lnTo>
                  <a:lnTo>
                    <a:pt x="983737" y="186419"/>
                  </a:lnTo>
                  <a:lnTo>
                    <a:pt x="984599" y="187792"/>
                  </a:lnTo>
                  <a:lnTo>
                    <a:pt x="989425" y="216293"/>
                  </a:lnTo>
                  <a:lnTo>
                    <a:pt x="989062" y="217871"/>
                  </a:lnTo>
                  <a:lnTo>
                    <a:pt x="987031" y="220727"/>
                  </a:lnTo>
                  <a:lnTo>
                    <a:pt x="985659" y="221592"/>
                  </a:lnTo>
                  <a:lnTo>
                    <a:pt x="982201" y="222178"/>
                  </a:lnTo>
                  <a:close/>
                </a:path>
                <a:path w="4190365" h="831214">
                  <a:moveTo>
                    <a:pt x="990684" y="272262"/>
                  </a:moveTo>
                  <a:lnTo>
                    <a:pt x="989104" y="271901"/>
                  </a:lnTo>
                  <a:lnTo>
                    <a:pt x="986244" y="269875"/>
                  </a:lnTo>
                  <a:lnTo>
                    <a:pt x="985383" y="268500"/>
                  </a:lnTo>
                  <a:lnTo>
                    <a:pt x="980557" y="240000"/>
                  </a:lnTo>
                  <a:lnTo>
                    <a:pt x="980919" y="238419"/>
                  </a:lnTo>
                  <a:lnTo>
                    <a:pt x="982950" y="235560"/>
                  </a:lnTo>
                  <a:lnTo>
                    <a:pt x="984322" y="234701"/>
                  </a:lnTo>
                  <a:lnTo>
                    <a:pt x="987779" y="234115"/>
                  </a:lnTo>
                  <a:lnTo>
                    <a:pt x="989357" y="234475"/>
                  </a:lnTo>
                  <a:lnTo>
                    <a:pt x="992216" y="236503"/>
                  </a:lnTo>
                  <a:lnTo>
                    <a:pt x="993078" y="237876"/>
                  </a:lnTo>
                  <a:lnTo>
                    <a:pt x="997905" y="266379"/>
                  </a:lnTo>
                  <a:lnTo>
                    <a:pt x="997542" y="267958"/>
                  </a:lnTo>
                  <a:lnTo>
                    <a:pt x="995512" y="270817"/>
                  </a:lnTo>
                  <a:lnTo>
                    <a:pt x="994141" y="271679"/>
                  </a:lnTo>
                  <a:lnTo>
                    <a:pt x="990684" y="272262"/>
                  </a:lnTo>
                  <a:close/>
                </a:path>
                <a:path w="4190365" h="831214">
                  <a:moveTo>
                    <a:pt x="999164" y="322348"/>
                  </a:moveTo>
                  <a:lnTo>
                    <a:pt x="997584" y="321985"/>
                  </a:lnTo>
                  <a:lnTo>
                    <a:pt x="994722" y="319958"/>
                  </a:lnTo>
                  <a:lnTo>
                    <a:pt x="993862" y="318588"/>
                  </a:lnTo>
                  <a:lnTo>
                    <a:pt x="989038" y="290084"/>
                  </a:lnTo>
                  <a:lnTo>
                    <a:pt x="989399" y="288505"/>
                  </a:lnTo>
                  <a:lnTo>
                    <a:pt x="991430" y="285647"/>
                  </a:lnTo>
                  <a:lnTo>
                    <a:pt x="992803" y="284788"/>
                  </a:lnTo>
                  <a:lnTo>
                    <a:pt x="996260" y="284201"/>
                  </a:lnTo>
                  <a:lnTo>
                    <a:pt x="997840" y="284562"/>
                  </a:lnTo>
                  <a:lnTo>
                    <a:pt x="1000699" y="286589"/>
                  </a:lnTo>
                  <a:lnTo>
                    <a:pt x="1001561" y="287963"/>
                  </a:lnTo>
                  <a:lnTo>
                    <a:pt x="1006385" y="316467"/>
                  </a:lnTo>
                  <a:lnTo>
                    <a:pt x="1006024" y="318042"/>
                  </a:lnTo>
                  <a:lnTo>
                    <a:pt x="1003993" y="320903"/>
                  </a:lnTo>
                  <a:lnTo>
                    <a:pt x="1002621" y="321765"/>
                  </a:lnTo>
                  <a:lnTo>
                    <a:pt x="999164" y="322348"/>
                  </a:lnTo>
                  <a:close/>
                </a:path>
                <a:path w="4190365" h="831214">
                  <a:moveTo>
                    <a:pt x="1007646" y="372438"/>
                  </a:moveTo>
                  <a:lnTo>
                    <a:pt x="1006066" y="372075"/>
                  </a:lnTo>
                  <a:lnTo>
                    <a:pt x="1003207" y="370044"/>
                  </a:lnTo>
                  <a:lnTo>
                    <a:pt x="1002347" y="368674"/>
                  </a:lnTo>
                  <a:lnTo>
                    <a:pt x="997519" y="340170"/>
                  </a:lnTo>
                  <a:lnTo>
                    <a:pt x="997879" y="338593"/>
                  </a:lnTo>
                  <a:lnTo>
                    <a:pt x="999910" y="335734"/>
                  </a:lnTo>
                  <a:lnTo>
                    <a:pt x="1001283" y="334874"/>
                  </a:lnTo>
                  <a:lnTo>
                    <a:pt x="1004740" y="334289"/>
                  </a:lnTo>
                  <a:lnTo>
                    <a:pt x="1006319" y="334648"/>
                  </a:lnTo>
                  <a:lnTo>
                    <a:pt x="1009177" y="336679"/>
                  </a:lnTo>
                  <a:lnTo>
                    <a:pt x="1010039" y="338053"/>
                  </a:lnTo>
                  <a:lnTo>
                    <a:pt x="1014865" y="366553"/>
                  </a:lnTo>
                  <a:lnTo>
                    <a:pt x="1014504" y="368132"/>
                  </a:lnTo>
                  <a:lnTo>
                    <a:pt x="1012475" y="370991"/>
                  </a:lnTo>
                  <a:lnTo>
                    <a:pt x="1011103" y="371853"/>
                  </a:lnTo>
                  <a:lnTo>
                    <a:pt x="1007646" y="372438"/>
                  </a:lnTo>
                  <a:close/>
                </a:path>
                <a:path w="4190365" h="831214">
                  <a:moveTo>
                    <a:pt x="1016124" y="422522"/>
                  </a:moveTo>
                  <a:lnTo>
                    <a:pt x="1014544" y="422163"/>
                  </a:lnTo>
                  <a:lnTo>
                    <a:pt x="1011686" y="420128"/>
                  </a:lnTo>
                  <a:lnTo>
                    <a:pt x="1010825" y="418758"/>
                  </a:lnTo>
                  <a:lnTo>
                    <a:pt x="1005999" y="390260"/>
                  </a:lnTo>
                  <a:lnTo>
                    <a:pt x="1006360" y="388679"/>
                  </a:lnTo>
                  <a:lnTo>
                    <a:pt x="1008391" y="385818"/>
                  </a:lnTo>
                  <a:lnTo>
                    <a:pt x="1009765" y="384958"/>
                  </a:lnTo>
                  <a:lnTo>
                    <a:pt x="1013222" y="384375"/>
                  </a:lnTo>
                  <a:lnTo>
                    <a:pt x="1014802" y="384736"/>
                  </a:lnTo>
                  <a:lnTo>
                    <a:pt x="1017661" y="386767"/>
                  </a:lnTo>
                  <a:lnTo>
                    <a:pt x="1018523" y="388139"/>
                  </a:lnTo>
                  <a:lnTo>
                    <a:pt x="1023349" y="416641"/>
                  </a:lnTo>
                  <a:lnTo>
                    <a:pt x="1022986" y="418218"/>
                  </a:lnTo>
                  <a:lnTo>
                    <a:pt x="1020955" y="421077"/>
                  </a:lnTo>
                  <a:lnTo>
                    <a:pt x="1019583" y="421939"/>
                  </a:lnTo>
                  <a:lnTo>
                    <a:pt x="1016124" y="422522"/>
                  </a:lnTo>
                  <a:close/>
                </a:path>
                <a:path w="4190365" h="831214">
                  <a:moveTo>
                    <a:pt x="1024607" y="472612"/>
                  </a:moveTo>
                  <a:lnTo>
                    <a:pt x="1023028" y="472249"/>
                  </a:lnTo>
                  <a:lnTo>
                    <a:pt x="1020169" y="470218"/>
                  </a:lnTo>
                  <a:lnTo>
                    <a:pt x="1019309" y="468848"/>
                  </a:lnTo>
                  <a:lnTo>
                    <a:pt x="1014481" y="440350"/>
                  </a:lnTo>
                  <a:lnTo>
                    <a:pt x="1014842" y="438769"/>
                  </a:lnTo>
                  <a:lnTo>
                    <a:pt x="1016873" y="435908"/>
                  </a:lnTo>
                  <a:lnTo>
                    <a:pt x="1018245" y="435048"/>
                  </a:lnTo>
                  <a:lnTo>
                    <a:pt x="1021702" y="434463"/>
                  </a:lnTo>
                  <a:lnTo>
                    <a:pt x="1023280" y="434822"/>
                  </a:lnTo>
                  <a:lnTo>
                    <a:pt x="1026139" y="436853"/>
                  </a:lnTo>
                  <a:lnTo>
                    <a:pt x="1027001" y="438227"/>
                  </a:lnTo>
                  <a:lnTo>
                    <a:pt x="1031829" y="466727"/>
                  </a:lnTo>
                  <a:lnTo>
                    <a:pt x="1031466" y="468306"/>
                  </a:lnTo>
                  <a:lnTo>
                    <a:pt x="1029435" y="471164"/>
                  </a:lnTo>
                  <a:lnTo>
                    <a:pt x="1028065" y="472027"/>
                  </a:lnTo>
                  <a:lnTo>
                    <a:pt x="1024607" y="472612"/>
                  </a:lnTo>
                  <a:close/>
                </a:path>
                <a:path w="4190365" h="831214">
                  <a:moveTo>
                    <a:pt x="1033086" y="522698"/>
                  </a:moveTo>
                  <a:lnTo>
                    <a:pt x="1031506" y="522337"/>
                  </a:lnTo>
                  <a:lnTo>
                    <a:pt x="1028648" y="520308"/>
                  </a:lnTo>
                  <a:lnTo>
                    <a:pt x="1027787" y="518938"/>
                  </a:lnTo>
                  <a:lnTo>
                    <a:pt x="1022961" y="490434"/>
                  </a:lnTo>
                  <a:lnTo>
                    <a:pt x="1023322" y="488856"/>
                  </a:lnTo>
                  <a:lnTo>
                    <a:pt x="1025352" y="485998"/>
                  </a:lnTo>
                  <a:lnTo>
                    <a:pt x="1026725" y="485138"/>
                  </a:lnTo>
                  <a:lnTo>
                    <a:pt x="1030184" y="484553"/>
                  </a:lnTo>
                  <a:lnTo>
                    <a:pt x="1031762" y="484912"/>
                  </a:lnTo>
                  <a:lnTo>
                    <a:pt x="1034624" y="486940"/>
                  </a:lnTo>
                  <a:lnTo>
                    <a:pt x="1035484" y="488313"/>
                  </a:lnTo>
                  <a:lnTo>
                    <a:pt x="1040310" y="516817"/>
                  </a:lnTo>
                  <a:lnTo>
                    <a:pt x="1039948" y="518392"/>
                  </a:lnTo>
                  <a:lnTo>
                    <a:pt x="1037917" y="521254"/>
                  </a:lnTo>
                  <a:lnTo>
                    <a:pt x="1036545" y="522116"/>
                  </a:lnTo>
                  <a:lnTo>
                    <a:pt x="1033086" y="522698"/>
                  </a:lnTo>
                  <a:close/>
                </a:path>
                <a:path w="4190365" h="831214">
                  <a:moveTo>
                    <a:pt x="1041569" y="572789"/>
                  </a:moveTo>
                  <a:lnTo>
                    <a:pt x="1039989" y="572427"/>
                  </a:lnTo>
                  <a:lnTo>
                    <a:pt x="1037131" y="570396"/>
                  </a:lnTo>
                  <a:lnTo>
                    <a:pt x="1036270" y="569024"/>
                  </a:lnTo>
                  <a:lnTo>
                    <a:pt x="1031443" y="540522"/>
                  </a:lnTo>
                  <a:lnTo>
                    <a:pt x="1031804" y="538943"/>
                  </a:lnTo>
                  <a:lnTo>
                    <a:pt x="1033835" y="536084"/>
                  </a:lnTo>
                  <a:lnTo>
                    <a:pt x="1035207" y="535222"/>
                  </a:lnTo>
                  <a:lnTo>
                    <a:pt x="1038664" y="534639"/>
                  </a:lnTo>
                  <a:lnTo>
                    <a:pt x="1040242" y="534998"/>
                  </a:lnTo>
                  <a:lnTo>
                    <a:pt x="1043101" y="537030"/>
                  </a:lnTo>
                  <a:lnTo>
                    <a:pt x="1043963" y="538403"/>
                  </a:lnTo>
                  <a:lnTo>
                    <a:pt x="1048791" y="566905"/>
                  </a:lnTo>
                  <a:lnTo>
                    <a:pt x="1048428" y="568482"/>
                  </a:lnTo>
                  <a:lnTo>
                    <a:pt x="1046397" y="571341"/>
                  </a:lnTo>
                  <a:lnTo>
                    <a:pt x="1045026" y="572203"/>
                  </a:lnTo>
                  <a:lnTo>
                    <a:pt x="1041569" y="572789"/>
                  </a:lnTo>
                  <a:close/>
                </a:path>
                <a:path w="4190365" h="831214">
                  <a:moveTo>
                    <a:pt x="1050048" y="622876"/>
                  </a:moveTo>
                  <a:lnTo>
                    <a:pt x="1048468" y="622513"/>
                  </a:lnTo>
                  <a:lnTo>
                    <a:pt x="1045609" y="620482"/>
                  </a:lnTo>
                  <a:lnTo>
                    <a:pt x="1044749" y="619112"/>
                  </a:lnTo>
                  <a:lnTo>
                    <a:pt x="1039923" y="590612"/>
                  </a:lnTo>
                  <a:lnTo>
                    <a:pt x="1040284" y="589029"/>
                  </a:lnTo>
                  <a:lnTo>
                    <a:pt x="1042315" y="586171"/>
                  </a:lnTo>
                  <a:lnTo>
                    <a:pt x="1043688" y="585309"/>
                  </a:lnTo>
                  <a:lnTo>
                    <a:pt x="1047146" y="584727"/>
                  </a:lnTo>
                  <a:lnTo>
                    <a:pt x="1048725" y="585086"/>
                  </a:lnTo>
                  <a:lnTo>
                    <a:pt x="1051584" y="587117"/>
                  </a:lnTo>
                  <a:lnTo>
                    <a:pt x="1052446" y="588491"/>
                  </a:lnTo>
                  <a:lnTo>
                    <a:pt x="1057272" y="616991"/>
                  </a:lnTo>
                  <a:lnTo>
                    <a:pt x="1056909" y="618570"/>
                  </a:lnTo>
                  <a:lnTo>
                    <a:pt x="1054879" y="621431"/>
                  </a:lnTo>
                  <a:lnTo>
                    <a:pt x="1053507" y="622289"/>
                  </a:lnTo>
                  <a:lnTo>
                    <a:pt x="1050048" y="622876"/>
                  </a:lnTo>
                  <a:close/>
                </a:path>
                <a:path w="4190365" h="831214">
                  <a:moveTo>
                    <a:pt x="1058528" y="672962"/>
                  </a:moveTo>
                  <a:lnTo>
                    <a:pt x="1056948" y="672600"/>
                  </a:lnTo>
                  <a:lnTo>
                    <a:pt x="1054089" y="670570"/>
                  </a:lnTo>
                  <a:lnTo>
                    <a:pt x="1053229" y="669198"/>
                  </a:lnTo>
                  <a:lnTo>
                    <a:pt x="1048403" y="640701"/>
                  </a:lnTo>
                  <a:lnTo>
                    <a:pt x="1048764" y="639119"/>
                  </a:lnTo>
                  <a:lnTo>
                    <a:pt x="1050795" y="636258"/>
                  </a:lnTo>
                  <a:lnTo>
                    <a:pt x="1052169" y="635400"/>
                  </a:lnTo>
                  <a:lnTo>
                    <a:pt x="1055626" y="634813"/>
                  </a:lnTo>
                  <a:lnTo>
                    <a:pt x="1057205" y="635172"/>
                  </a:lnTo>
                  <a:lnTo>
                    <a:pt x="1060064" y="637204"/>
                  </a:lnTo>
                  <a:lnTo>
                    <a:pt x="1060926" y="638577"/>
                  </a:lnTo>
                  <a:lnTo>
                    <a:pt x="1065752" y="667078"/>
                  </a:lnTo>
                  <a:lnTo>
                    <a:pt x="1065389" y="668656"/>
                  </a:lnTo>
                  <a:lnTo>
                    <a:pt x="1063359" y="671515"/>
                  </a:lnTo>
                  <a:lnTo>
                    <a:pt x="1061987" y="672377"/>
                  </a:lnTo>
                  <a:lnTo>
                    <a:pt x="1058528" y="672962"/>
                  </a:lnTo>
                  <a:close/>
                </a:path>
                <a:path w="4190365" h="831214">
                  <a:moveTo>
                    <a:pt x="1067011" y="723050"/>
                  </a:moveTo>
                  <a:lnTo>
                    <a:pt x="1065431" y="722687"/>
                  </a:lnTo>
                  <a:lnTo>
                    <a:pt x="1062570" y="720658"/>
                  </a:lnTo>
                  <a:lnTo>
                    <a:pt x="1061709" y="719286"/>
                  </a:lnTo>
                  <a:lnTo>
                    <a:pt x="1056885" y="690786"/>
                  </a:lnTo>
                  <a:lnTo>
                    <a:pt x="1057246" y="689207"/>
                  </a:lnTo>
                  <a:lnTo>
                    <a:pt x="1059277" y="686348"/>
                  </a:lnTo>
                  <a:lnTo>
                    <a:pt x="1060649" y="685486"/>
                  </a:lnTo>
                  <a:lnTo>
                    <a:pt x="1064107" y="684900"/>
                  </a:lnTo>
                  <a:lnTo>
                    <a:pt x="1065686" y="685262"/>
                  </a:lnTo>
                  <a:lnTo>
                    <a:pt x="1068546" y="687290"/>
                  </a:lnTo>
                  <a:lnTo>
                    <a:pt x="1069408" y="688665"/>
                  </a:lnTo>
                  <a:lnTo>
                    <a:pt x="1074232" y="717165"/>
                  </a:lnTo>
                  <a:lnTo>
                    <a:pt x="1073871" y="718743"/>
                  </a:lnTo>
                  <a:lnTo>
                    <a:pt x="1071840" y="721602"/>
                  </a:lnTo>
                  <a:lnTo>
                    <a:pt x="1070468" y="722463"/>
                  </a:lnTo>
                  <a:lnTo>
                    <a:pt x="1067011" y="723050"/>
                  </a:lnTo>
                  <a:close/>
                </a:path>
                <a:path w="4190365" h="831214">
                  <a:moveTo>
                    <a:pt x="1075491" y="773134"/>
                  </a:moveTo>
                  <a:lnTo>
                    <a:pt x="1073911" y="772774"/>
                  </a:lnTo>
                  <a:lnTo>
                    <a:pt x="1071051" y="770746"/>
                  </a:lnTo>
                  <a:lnTo>
                    <a:pt x="1070191" y="769372"/>
                  </a:lnTo>
                  <a:lnTo>
                    <a:pt x="1065365" y="740872"/>
                  </a:lnTo>
                  <a:lnTo>
                    <a:pt x="1065726" y="739293"/>
                  </a:lnTo>
                  <a:lnTo>
                    <a:pt x="1067757" y="736434"/>
                  </a:lnTo>
                  <a:lnTo>
                    <a:pt x="1069129" y="735573"/>
                  </a:lnTo>
                  <a:lnTo>
                    <a:pt x="1072588" y="734987"/>
                  </a:lnTo>
                  <a:lnTo>
                    <a:pt x="1074166" y="735346"/>
                  </a:lnTo>
                  <a:lnTo>
                    <a:pt x="1077026" y="737378"/>
                  </a:lnTo>
                  <a:lnTo>
                    <a:pt x="1077888" y="738751"/>
                  </a:lnTo>
                  <a:lnTo>
                    <a:pt x="1082714" y="767251"/>
                  </a:lnTo>
                  <a:lnTo>
                    <a:pt x="1082351" y="768830"/>
                  </a:lnTo>
                  <a:lnTo>
                    <a:pt x="1080320" y="771688"/>
                  </a:lnTo>
                  <a:lnTo>
                    <a:pt x="1078948" y="772551"/>
                  </a:lnTo>
                  <a:lnTo>
                    <a:pt x="1075491" y="773134"/>
                  </a:lnTo>
                  <a:close/>
                </a:path>
                <a:path w="4190365" h="831214">
                  <a:moveTo>
                    <a:pt x="1083971" y="823220"/>
                  </a:moveTo>
                  <a:lnTo>
                    <a:pt x="1082392" y="822858"/>
                  </a:lnTo>
                  <a:lnTo>
                    <a:pt x="1079533" y="820830"/>
                  </a:lnTo>
                  <a:lnTo>
                    <a:pt x="1078672" y="819459"/>
                  </a:lnTo>
                  <a:lnTo>
                    <a:pt x="1073846" y="790956"/>
                  </a:lnTo>
                  <a:lnTo>
                    <a:pt x="1074208" y="789377"/>
                  </a:lnTo>
                  <a:lnTo>
                    <a:pt x="1076238" y="786518"/>
                  </a:lnTo>
                  <a:lnTo>
                    <a:pt x="1077610" y="785660"/>
                  </a:lnTo>
                  <a:lnTo>
                    <a:pt x="1081069" y="785074"/>
                  </a:lnTo>
                  <a:lnTo>
                    <a:pt x="1082647" y="785434"/>
                  </a:lnTo>
                  <a:lnTo>
                    <a:pt x="1085508" y="787462"/>
                  </a:lnTo>
                  <a:lnTo>
                    <a:pt x="1086370" y="788835"/>
                  </a:lnTo>
                  <a:lnTo>
                    <a:pt x="1091196" y="817338"/>
                  </a:lnTo>
                  <a:lnTo>
                    <a:pt x="1090833" y="818913"/>
                  </a:lnTo>
                  <a:lnTo>
                    <a:pt x="1088802" y="821772"/>
                  </a:lnTo>
                  <a:lnTo>
                    <a:pt x="1087430" y="822637"/>
                  </a:lnTo>
                  <a:lnTo>
                    <a:pt x="1083971" y="823220"/>
                  </a:lnTo>
                  <a:close/>
                </a:path>
                <a:path w="4190365" h="831214">
                  <a:moveTo>
                    <a:pt x="1097332" y="831217"/>
                  </a:moveTo>
                  <a:lnTo>
                    <a:pt x="1094042" y="830004"/>
                  </a:lnTo>
                  <a:lnTo>
                    <a:pt x="1092853" y="828903"/>
                  </a:lnTo>
                  <a:lnTo>
                    <a:pt x="1091385" y="825719"/>
                  </a:lnTo>
                  <a:lnTo>
                    <a:pt x="1091321" y="824097"/>
                  </a:lnTo>
                  <a:lnTo>
                    <a:pt x="1092535" y="820811"/>
                  </a:lnTo>
                  <a:lnTo>
                    <a:pt x="1093636" y="819623"/>
                  </a:lnTo>
                  <a:lnTo>
                    <a:pt x="1119892" y="807525"/>
                  </a:lnTo>
                  <a:lnTo>
                    <a:pt x="1121510" y="807460"/>
                  </a:lnTo>
                  <a:lnTo>
                    <a:pt x="1124800" y="808672"/>
                  </a:lnTo>
                  <a:lnTo>
                    <a:pt x="1125989" y="809773"/>
                  </a:lnTo>
                  <a:lnTo>
                    <a:pt x="1127457" y="812961"/>
                  </a:lnTo>
                  <a:lnTo>
                    <a:pt x="1127519" y="814579"/>
                  </a:lnTo>
                  <a:lnTo>
                    <a:pt x="1126305" y="817868"/>
                  </a:lnTo>
                  <a:lnTo>
                    <a:pt x="1125206" y="819059"/>
                  </a:lnTo>
                  <a:lnTo>
                    <a:pt x="1098950" y="831155"/>
                  </a:lnTo>
                  <a:lnTo>
                    <a:pt x="1097332" y="831217"/>
                  </a:lnTo>
                  <a:close/>
                </a:path>
                <a:path w="4190365" h="831214">
                  <a:moveTo>
                    <a:pt x="1143472" y="809959"/>
                  </a:moveTo>
                  <a:lnTo>
                    <a:pt x="1140182" y="808747"/>
                  </a:lnTo>
                  <a:lnTo>
                    <a:pt x="1138993" y="807646"/>
                  </a:lnTo>
                  <a:lnTo>
                    <a:pt x="1137526" y="804458"/>
                  </a:lnTo>
                  <a:lnTo>
                    <a:pt x="1137463" y="802840"/>
                  </a:lnTo>
                  <a:lnTo>
                    <a:pt x="1138676" y="799551"/>
                  </a:lnTo>
                  <a:lnTo>
                    <a:pt x="1139777" y="798363"/>
                  </a:lnTo>
                  <a:lnTo>
                    <a:pt x="1166030" y="786268"/>
                  </a:lnTo>
                  <a:lnTo>
                    <a:pt x="1167647" y="786202"/>
                  </a:lnTo>
                  <a:lnTo>
                    <a:pt x="1170938" y="787415"/>
                  </a:lnTo>
                  <a:lnTo>
                    <a:pt x="1172129" y="788516"/>
                  </a:lnTo>
                  <a:lnTo>
                    <a:pt x="1173595" y="791702"/>
                  </a:lnTo>
                  <a:lnTo>
                    <a:pt x="1173659" y="793322"/>
                  </a:lnTo>
                  <a:lnTo>
                    <a:pt x="1172443" y="796611"/>
                  </a:lnTo>
                  <a:lnTo>
                    <a:pt x="1171344" y="797802"/>
                  </a:lnTo>
                  <a:lnTo>
                    <a:pt x="1145090" y="809898"/>
                  </a:lnTo>
                  <a:lnTo>
                    <a:pt x="1143472" y="809959"/>
                  </a:lnTo>
                  <a:close/>
                </a:path>
                <a:path w="4190365" h="831214">
                  <a:moveTo>
                    <a:pt x="1189610" y="788705"/>
                  </a:moveTo>
                  <a:lnTo>
                    <a:pt x="1186320" y="787490"/>
                  </a:lnTo>
                  <a:lnTo>
                    <a:pt x="1185131" y="786391"/>
                  </a:lnTo>
                  <a:lnTo>
                    <a:pt x="1183663" y="783207"/>
                  </a:lnTo>
                  <a:lnTo>
                    <a:pt x="1183599" y="781589"/>
                  </a:lnTo>
                  <a:lnTo>
                    <a:pt x="1184813" y="778296"/>
                  </a:lnTo>
                  <a:lnTo>
                    <a:pt x="1185914" y="777105"/>
                  </a:lnTo>
                  <a:lnTo>
                    <a:pt x="1212170" y="765009"/>
                  </a:lnTo>
                  <a:lnTo>
                    <a:pt x="1213788" y="764948"/>
                  </a:lnTo>
                  <a:lnTo>
                    <a:pt x="1217078" y="766164"/>
                  </a:lnTo>
                  <a:lnTo>
                    <a:pt x="1218268" y="767264"/>
                  </a:lnTo>
                  <a:lnTo>
                    <a:pt x="1219735" y="770449"/>
                  </a:lnTo>
                  <a:lnTo>
                    <a:pt x="1219797" y="772067"/>
                  </a:lnTo>
                  <a:lnTo>
                    <a:pt x="1218583" y="775356"/>
                  </a:lnTo>
                  <a:lnTo>
                    <a:pt x="1217484" y="776547"/>
                  </a:lnTo>
                  <a:lnTo>
                    <a:pt x="1191228" y="788643"/>
                  </a:lnTo>
                  <a:lnTo>
                    <a:pt x="1189610" y="788705"/>
                  </a:lnTo>
                  <a:close/>
                </a:path>
                <a:path w="4190365" h="831214">
                  <a:moveTo>
                    <a:pt x="1235750" y="767447"/>
                  </a:moveTo>
                  <a:lnTo>
                    <a:pt x="1232460" y="766231"/>
                  </a:lnTo>
                  <a:lnTo>
                    <a:pt x="1231271" y="765134"/>
                  </a:lnTo>
                  <a:lnTo>
                    <a:pt x="1229804" y="761950"/>
                  </a:lnTo>
                  <a:lnTo>
                    <a:pt x="1229741" y="760331"/>
                  </a:lnTo>
                  <a:lnTo>
                    <a:pt x="1230955" y="757038"/>
                  </a:lnTo>
                  <a:lnTo>
                    <a:pt x="1232055" y="755848"/>
                  </a:lnTo>
                  <a:lnTo>
                    <a:pt x="1258310" y="743752"/>
                  </a:lnTo>
                  <a:lnTo>
                    <a:pt x="1259926" y="743690"/>
                  </a:lnTo>
                  <a:lnTo>
                    <a:pt x="1263218" y="744905"/>
                  </a:lnTo>
                  <a:lnTo>
                    <a:pt x="1264408" y="746006"/>
                  </a:lnTo>
                  <a:lnTo>
                    <a:pt x="1265875" y="749190"/>
                  </a:lnTo>
                  <a:lnTo>
                    <a:pt x="1265938" y="750810"/>
                  </a:lnTo>
                  <a:lnTo>
                    <a:pt x="1264723" y="754099"/>
                  </a:lnTo>
                  <a:lnTo>
                    <a:pt x="1263624" y="755290"/>
                  </a:lnTo>
                  <a:lnTo>
                    <a:pt x="1237370" y="767384"/>
                  </a:lnTo>
                  <a:lnTo>
                    <a:pt x="1235750" y="767447"/>
                  </a:lnTo>
                  <a:close/>
                </a:path>
                <a:path w="4190365" h="831214">
                  <a:moveTo>
                    <a:pt x="1281888" y="746189"/>
                  </a:moveTo>
                  <a:lnTo>
                    <a:pt x="1278598" y="744976"/>
                  </a:lnTo>
                  <a:lnTo>
                    <a:pt x="1277409" y="743879"/>
                  </a:lnTo>
                  <a:lnTo>
                    <a:pt x="1275941" y="740695"/>
                  </a:lnTo>
                  <a:lnTo>
                    <a:pt x="1275877" y="739076"/>
                  </a:lnTo>
                  <a:lnTo>
                    <a:pt x="1277091" y="735787"/>
                  </a:lnTo>
                  <a:lnTo>
                    <a:pt x="1278192" y="734599"/>
                  </a:lnTo>
                  <a:lnTo>
                    <a:pt x="1304448" y="722501"/>
                  </a:lnTo>
                  <a:lnTo>
                    <a:pt x="1306066" y="722439"/>
                  </a:lnTo>
                  <a:lnTo>
                    <a:pt x="1309356" y="723651"/>
                  </a:lnTo>
                  <a:lnTo>
                    <a:pt x="1310545" y="724752"/>
                  </a:lnTo>
                  <a:lnTo>
                    <a:pt x="1312013" y="727936"/>
                  </a:lnTo>
                  <a:lnTo>
                    <a:pt x="1312075" y="729551"/>
                  </a:lnTo>
                  <a:lnTo>
                    <a:pt x="1310861" y="732842"/>
                  </a:lnTo>
                  <a:lnTo>
                    <a:pt x="1309762" y="734032"/>
                  </a:lnTo>
                  <a:lnTo>
                    <a:pt x="1283506" y="746127"/>
                  </a:lnTo>
                  <a:lnTo>
                    <a:pt x="1281888" y="746189"/>
                  </a:lnTo>
                  <a:close/>
                </a:path>
                <a:path w="4190365" h="831214">
                  <a:moveTo>
                    <a:pt x="1328028" y="724932"/>
                  </a:moveTo>
                  <a:lnTo>
                    <a:pt x="1324738" y="723719"/>
                  </a:lnTo>
                  <a:lnTo>
                    <a:pt x="1323549" y="722622"/>
                  </a:lnTo>
                  <a:lnTo>
                    <a:pt x="1322082" y="719438"/>
                  </a:lnTo>
                  <a:lnTo>
                    <a:pt x="1322019" y="717819"/>
                  </a:lnTo>
                  <a:lnTo>
                    <a:pt x="1323233" y="714529"/>
                  </a:lnTo>
                  <a:lnTo>
                    <a:pt x="1324333" y="713342"/>
                  </a:lnTo>
                  <a:lnTo>
                    <a:pt x="1350588" y="701243"/>
                  </a:lnTo>
                  <a:lnTo>
                    <a:pt x="1352206" y="701182"/>
                  </a:lnTo>
                  <a:lnTo>
                    <a:pt x="1355496" y="702393"/>
                  </a:lnTo>
                  <a:lnTo>
                    <a:pt x="1356686" y="703494"/>
                  </a:lnTo>
                  <a:lnTo>
                    <a:pt x="1358153" y="706678"/>
                  </a:lnTo>
                  <a:lnTo>
                    <a:pt x="1358215" y="708294"/>
                  </a:lnTo>
                  <a:lnTo>
                    <a:pt x="1357001" y="711583"/>
                  </a:lnTo>
                  <a:lnTo>
                    <a:pt x="1355902" y="712774"/>
                  </a:lnTo>
                  <a:lnTo>
                    <a:pt x="1329648" y="724870"/>
                  </a:lnTo>
                  <a:lnTo>
                    <a:pt x="1328028" y="724932"/>
                  </a:lnTo>
                  <a:close/>
                </a:path>
                <a:path w="4190365" h="831214">
                  <a:moveTo>
                    <a:pt x="1374168" y="703680"/>
                  </a:moveTo>
                  <a:lnTo>
                    <a:pt x="1370878" y="702464"/>
                  </a:lnTo>
                  <a:lnTo>
                    <a:pt x="1369689" y="701367"/>
                  </a:lnTo>
                  <a:lnTo>
                    <a:pt x="1368221" y="698183"/>
                  </a:lnTo>
                  <a:lnTo>
                    <a:pt x="1368157" y="696564"/>
                  </a:lnTo>
                  <a:lnTo>
                    <a:pt x="1369371" y="693272"/>
                  </a:lnTo>
                  <a:lnTo>
                    <a:pt x="1370472" y="692083"/>
                  </a:lnTo>
                  <a:lnTo>
                    <a:pt x="1396726" y="679989"/>
                  </a:lnTo>
                  <a:lnTo>
                    <a:pt x="1398344" y="679923"/>
                  </a:lnTo>
                  <a:lnTo>
                    <a:pt x="1401634" y="681139"/>
                  </a:lnTo>
                  <a:lnTo>
                    <a:pt x="1402823" y="682240"/>
                  </a:lnTo>
                  <a:lnTo>
                    <a:pt x="1404291" y="685424"/>
                  </a:lnTo>
                  <a:lnTo>
                    <a:pt x="1404353" y="687039"/>
                  </a:lnTo>
                  <a:lnTo>
                    <a:pt x="1403139" y="690332"/>
                  </a:lnTo>
                  <a:lnTo>
                    <a:pt x="1402040" y="691523"/>
                  </a:lnTo>
                  <a:lnTo>
                    <a:pt x="1375786" y="703621"/>
                  </a:lnTo>
                  <a:lnTo>
                    <a:pt x="1374168" y="703680"/>
                  </a:lnTo>
                  <a:close/>
                </a:path>
                <a:path w="4190365" h="831214">
                  <a:moveTo>
                    <a:pt x="1420306" y="682423"/>
                  </a:moveTo>
                  <a:lnTo>
                    <a:pt x="1417016" y="681207"/>
                  </a:lnTo>
                  <a:lnTo>
                    <a:pt x="1415827" y="680110"/>
                  </a:lnTo>
                  <a:lnTo>
                    <a:pt x="1414360" y="676925"/>
                  </a:lnTo>
                  <a:lnTo>
                    <a:pt x="1414297" y="675307"/>
                  </a:lnTo>
                  <a:lnTo>
                    <a:pt x="1415511" y="672014"/>
                  </a:lnTo>
                  <a:lnTo>
                    <a:pt x="1416611" y="670826"/>
                  </a:lnTo>
                  <a:lnTo>
                    <a:pt x="1442866" y="658735"/>
                  </a:lnTo>
                  <a:lnTo>
                    <a:pt x="1444484" y="658672"/>
                  </a:lnTo>
                  <a:lnTo>
                    <a:pt x="1447774" y="659884"/>
                  </a:lnTo>
                  <a:lnTo>
                    <a:pt x="1448963" y="660985"/>
                  </a:lnTo>
                  <a:lnTo>
                    <a:pt x="1450431" y="664169"/>
                  </a:lnTo>
                  <a:lnTo>
                    <a:pt x="1450493" y="665788"/>
                  </a:lnTo>
                  <a:lnTo>
                    <a:pt x="1449279" y="669075"/>
                  </a:lnTo>
                  <a:lnTo>
                    <a:pt x="1448180" y="670265"/>
                  </a:lnTo>
                  <a:lnTo>
                    <a:pt x="1421926" y="682360"/>
                  </a:lnTo>
                  <a:lnTo>
                    <a:pt x="1420306" y="682423"/>
                  </a:lnTo>
                  <a:close/>
                </a:path>
                <a:path w="4190365" h="831214">
                  <a:moveTo>
                    <a:pt x="1466446" y="661168"/>
                  </a:moveTo>
                  <a:lnTo>
                    <a:pt x="1463156" y="659952"/>
                  </a:lnTo>
                  <a:lnTo>
                    <a:pt x="1461967" y="658855"/>
                  </a:lnTo>
                  <a:lnTo>
                    <a:pt x="1460499" y="655671"/>
                  </a:lnTo>
                  <a:lnTo>
                    <a:pt x="1460435" y="654050"/>
                  </a:lnTo>
                  <a:lnTo>
                    <a:pt x="1461649" y="650763"/>
                  </a:lnTo>
                  <a:lnTo>
                    <a:pt x="1462750" y="649575"/>
                  </a:lnTo>
                  <a:lnTo>
                    <a:pt x="1489004" y="637476"/>
                  </a:lnTo>
                  <a:lnTo>
                    <a:pt x="1490622" y="637415"/>
                  </a:lnTo>
                  <a:lnTo>
                    <a:pt x="1493912" y="638627"/>
                  </a:lnTo>
                  <a:lnTo>
                    <a:pt x="1495101" y="639728"/>
                  </a:lnTo>
                  <a:lnTo>
                    <a:pt x="1496569" y="642912"/>
                  </a:lnTo>
                  <a:lnTo>
                    <a:pt x="1496631" y="644531"/>
                  </a:lnTo>
                  <a:lnTo>
                    <a:pt x="1495418" y="647818"/>
                  </a:lnTo>
                  <a:lnTo>
                    <a:pt x="1494318" y="649008"/>
                  </a:lnTo>
                  <a:lnTo>
                    <a:pt x="1468064" y="661103"/>
                  </a:lnTo>
                  <a:lnTo>
                    <a:pt x="1466446" y="661168"/>
                  </a:lnTo>
                  <a:close/>
                </a:path>
                <a:path w="4190365" h="831214">
                  <a:moveTo>
                    <a:pt x="1512584" y="639907"/>
                  </a:moveTo>
                  <a:lnTo>
                    <a:pt x="1509294" y="638695"/>
                  </a:lnTo>
                  <a:lnTo>
                    <a:pt x="1508105" y="637598"/>
                  </a:lnTo>
                  <a:lnTo>
                    <a:pt x="1506638" y="634413"/>
                  </a:lnTo>
                  <a:lnTo>
                    <a:pt x="1506575" y="632791"/>
                  </a:lnTo>
                  <a:lnTo>
                    <a:pt x="1507789" y="629505"/>
                  </a:lnTo>
                  <a:lnTo>
                    <a:pt x="1508890" y="628317"/>
                  </a:lnTo>
                  <a:lnTo>
                    <a:pt x="1535144" y="616223"/>
                  </a:lnTo>
                  <a:lnTo>
                    <a:pt x="1536762" y="616157"/>
                  </a:lnTo>
                  <a:lnTo>
                    <a:pt x="1540052" y="617372"/>
                  </a:lnTo>
                  <a:lnTo>
                    <a:pt x="1541241" y="618473"/>
                  </a:lnTo>
                  <a:lnTo>
                    <a:pt x="1542709" y="621657"/>
                  </a:lnTo>
                  <a:lnTo>
                    <a:pt x="1542771" y="623276"/>
                  </a:lnTo>
                  <a:lnTo>
                    <a:pt x="1541557" y="626565"/>
                  </a:lnTo>
                  <a:lnTo>
                    <a:pt x="1540458" y="627757"/>
                  </a:lnTo>
                  <a:lnTo>
                    <a:pt x="1514204" y="639846"/>
                  </a:lnTo>
                  <a:lnTo>
                    <a:pt x="1512584" y="639907"/>
                  </a:lnTo>
                  <a:close/>
                </a:path>
                <a:path w="4190365" h="831214">
                  <a:moveTo>
                    <a:pt x="1558724" y="618660"/>
                  </a:moveTo>
                  <a:lnTo>
                    <a:pt x="1555434" y="617443"/>
                  </a:lnTo>
                  <a:lnTo>
                    <a:pt x="1554245" y="616343"/>
                  </a:lnTo>
                  <a:lnTo>
                    <a:pt x="1552777" y="613156"/>
                  </a:lnTo>
                  <a:lnTo>
                    <a:pt x="1552713" y="611538"/>
                  </a:lnTo>
                  <a:lnTo>
                    <a:pt x="1553927" y="608247"/>
                  </a:lnTo>
                  <a:lnTo>
                    <a:pt x="1555028" y="607060"/>
                  </a:lnTo>
                  <a:lnTo>
                    <a:pt x="1581284" y="594964"/>
                  </a:lnTo>
                  <a:lnTo>
                    <a:pt x="1582902" y="594899"/>
                  </a:lnTo>
                  <a:lnTo>
                    <a:pt x="1586192" y="596115"/>
                  </a:lnTo>
                  <a:lnTo>
                    <a:pt x="1587381" y="597216"/>
                  </a:lnTo>
                  <a:lnTo>
                    <a:pt x="1588849" y="600400"/>
                  </a:lnTo>
                  <a:lnTo>
                    <a:pt x="1588911" y="602018"/>
                  </a:lnTo>
                  <a:lnTo>
                    <a:pt x="1587697" y="605308"/>
                  </a:lnTo>
                  <a:lnTo>
                    <a:pt x="1586598" y="606498"/>
                  </a:lnTo>
                  <a:lnTo>
                    <a:pt x="1560342" y="618597"/>
                  </a:lnTo>
                  <a:lnTo>
                    <a:pt x="1558724" y="618660"/>
                  </a:lnTo>
                  <a:close/>
                </a:path>
                <a:path w="4190365" h="831214">
                  <a:moveTo>
                    <a:pt x="1604862" y="597401"/>
                  </a:moveTo>
                  <a:lnTo>
                    <a:pt x="1601572" y="596183"/>
                  </a:lnTo>
                  <a:lnTo>
                    <a:pt x="1600383" y="595086"/>
                  </a:lnTo>
                  <a:lnTo>
                    <a:pt x="1598917" y="591898"/>
                  </a:lnTo>
                  <a:lnTo>
                    <a:pt x="1598853" y="590279"/>
                  </a:lnTo>
                  <a:lnTo>
                    <a:pt x="1600067" y="586990"/>
                  </a:lnTo>
                  <a:lnTo>
                    <a:pt x="1601168" y="585802"/>
                  </a:lnTo>
                  <a:lnTo>
                    <a:pt x="1627422" y="573709"/>
                  </a:lnTo>
                  <a:lnTo>
                    <a:pt x="1629039" y="573645"/>
                  </a:lnTo>
                  <a:lnTo>
                    <a:pt x="1632328" y="574857"/>
                  </a:lnTo>
                  <a:lnTo>
                    <a:pt x="1633519" y="575957"/>
                  </a:lnTo>
                  <a:lnTo>
                    <a:pt x="1634987" y="579145"/>
                  </a:lnTo>
                  <a:lnTo>
                    <a:pt x="1635049" y="580764"/>
                  </a:lnTo>
                  <a:lnTo>
                    <a:pt x="1633835" y="584053"/>
                  </a:lnTo>
                  <a:lnTo>
                    <a:pt x="1632736" y="585243"/>
                  </a:lnTo>
                  <a:lnTo>
                    <a:pt x="1606482" y="597339"/>
                  </a:lnTo>
                  <a:lnTo>
                    <a:pt x="1604862" y="597401"/>
                  </a:lnTo>
                  <a:close/>
                </a:path>
                <a:path w="4190365" h="831214">
                  <a:moveTo>
                    <a:pt x="1651002" y="576144"/>
                  </a:moveTo>
                  <a:lnTo>
                    <a:pt x="1647712" y="574931"/>
                  </a:lnTo>
                  <a:lnTo>
                    <a:pt x="1646523" y="573831"/>
                  </a:lnTo>
                  <a:lnTo>
                    <a:pt x="1645055" y="570646"/>
                  </a:lnTo>
                  <a:lnTo>
                    <a:pt x="1644991" y="569024"/>
                  </a:lnTo>
                  <a:lnTo>
                    <a:pt x="1646205" y="565735"/>
                  </a:lnTo>
                  <a:lnTo>
                    <a:pt x="1647306" y="564548"/>
                  </a:lnTo>
                  <a:lnTo>
                    <a:pt x="1673562" y="552452"/>
                  </a:lnTo>
                  <a:lnTo>
                    <a:pt x="1675180" y="552387"/>
                  </a:lnTo>
                  <a:lnTo>
                    <a:pt x="1678470" y="553599"/>
                  </a:lnTo>
                  <a:lnTo>
                    <a:pt x="1679659" y="554700"/>
                  </a:lnTo>
                  <a:lnTo>
                    <a:pt x="1681127" y="557888"/>
                  </a:lnTo>
                  <a:lnTo>
                    <a:pt x="1681189" y="559506"/>
                  </a:lnTo>
                  <a:lnTo>
                    <a:pt x="1679975" y="562796"/>
                  </a:lnTo>
                  <a:lnTo>
                    <a:pt x="1678876" y="563986"/>
                  </a:lnTo>
                  <a:lnTo>
                    <a:pt x="1652620" y="576082"/>
                  </a:lnTo>
                  <a:lnTo>
                    <a:pt x="1651002" y="576144"/>
                  </a:lnTo>
                  <a:close/>
                </a:path>
                <a:path w="4190365" h="831214">
                  <a:moveTo>
                    <a:pt x="1697142" y="554887"/>
                  </a:moveTo>
                  <a:lnTo>
                    <a:pt x="1693852" y="553674"/>
                  </a:lnTo>
                  <a:lnTo>
                    <a:pt x="1692663" y="552573"/>
                  </a:lnTo>
                  <a:lnTo>
                    <a:pt x="1691196" y="549389"/>
                  </a:lnTo>
                  <a:lnTo>
                    <a:pt x="1691133" y="547767"/>
                  </a:lnTo>
                  <a:lnTo>
                    <a:pt x="1692347" y="544478"/>
                  </a:lnTo>
                  <a:lnTo>
                    <a:pt x="1693447" y="543290"/>
                  </a:lnTo>
                  <a:lnTo>
                    <a:pt x="1719700" y="531197"/>
                  </a:lnTo>
                  <a:lnTo>
                    <a:pt x="1721318" y="531133"/>
                  </a:lnTo>
                  <a:lnTo>
                    <a:pt x="1724608" y="532348"/>
                  </a:lnTo>
                  <a:lnTo>
                    <a:pt x="1725797" y="533449"/>
                  </a:lnTo>
                  <a:lnTo>
                    <a:pt x="1727265" y="536633"/>
                  </a:lnTo>
                  <a:lnTo>
                    <a:pt x="1727327" y="538252"/>
                  </a:lnTo>
                  <a:lnTo>
                    <a:pt x="1726114" y="541541"/>
                  </a:lnTo>
                  <a:lnTo>
                    <a:pt x="1725014" y="542731"/>
                  </a:lnTo>
                  <a:lnTo>
                    <a:pt x="1698762" y="554824"/>
                  </a:lnTo>
                  <a:lnTo>
                    <a:pt x="1697142" y="554887"/>
                  </a:lnTo>
                  <a:close/>
                </a:path>
                <a:path w="4190365" h="831214">
                  <a:moveTo>
                    <a:pt x="1743280" y="533634"/>
                  </a:moveTo>
                  <a:lnTo>
                    <a:pt x="1739990" y="532419"/>
                  </a:lnTo>
                  <a:lnTo>
                    <a:pt x="1738801" y="531319"/>
                  </a:lnTo>
                  <a:lnTo>
                    <a:pt x="1737334" y="528132"/>
                  </a:lnTo>
                  <a:lnTo>
                    <a:pt x="1737271" y="526512"/>
                  </a:lnTo>
                  <a:lnTo>
                    <a:pt x="1738485" y="523223"/>
                  </a:lnTo>
                  <a:lnTo>
                    <a:pt x="1739586" y="522036"/>
                  </a:lnTo>
                  <a:lnTo>
                    <a:pt x="1765840" y="509940"/>
                  </a:lnTo>
                  <a:lnTo>
                    <a:pt x="1767458" y="509875"/>
                  </a:lnTo>
                  <a:lnTo>
                    <a:pt x="1770748" y="511091"/>
                  </a:lnTo>
                  <a:lnTo>
                    <a:pt x="1771937" y="512192"/>
                  </a:lnTo>
                  <a:lnTo>
                    <a:pt x="1773405" y="515376"/>
                  </a:lnTo>
                  <a:lnTo>
                    <a:pt x="1773467" y="516994"/>
                  </a:lnTo>
                  <a:lnTo>
                    <a:pt x="1772253" y="520284"/>
                  </a:lnTo>
                  <a:lnTo>
                    <a:pt x="1771154" y="521474"/>
                  </a:lnTo>
                  <a:lnTo>
                    <a:pt x="1744900" y="533572"/>
                  </a:lnTo>
                  <a:lnTo>
                    <a:pt x="1743280" y="533634"/>
                  </a:lnTo>
                  <a:close/>
                </a:path>
                <a:path w="4190365" h="831214">
                  <a:moveTo>
                    <a:pt x="1789420" y="512377"/>
                  </a:moveTo>
                  <a:lnTo>
                    <a:pt x="1786128" y="511162"/>
                  </a:lnTo>
                  <a:lnTo>
                    <a:pt x="1784941" y="510061"/>
                  </a:lnTo>
                  <a:lnTo>
                    <a:pt x="1783474" y="506873"/>
                  </a:lnTo>
                  <a:lnTo>
                    <a:pt x="1783411" y="505255"/>
                  </a:lnTo>
                  <a:lnTo>
                    <a:pt x="1784625" y="501966"/>
                  </a:lnTo>
                  <a:lnTo>
                    <a:pt x="1785725" y="500778"/>
                  </a:lnTo>
                  <a:lnTo>
                    <a:pt x="1811980" y="488685"/>
                  </a:lnTo>
                  <a:lnTo>
                    <a:pt x="1813598" y="488621"/>
                  </a:lnTo>
                  <a:lnTo>
                    <a:pt x="1816888" y="489833"/>
                  </a:lnTo>
                  <a:lnTo>
                    <a:pt x="1818077" y="490933"/>
                  </a:lnTo>
                  <a:lnTo>
                    <a:pt x="1819545" y="494121"/>
                  </a:lnTo>
                  <a:lnTo>
                    <a:pt x="1819607" y="495739"/>
                  </a:lnTo>
                  <a:lnTo>
                    <a:pt x="1818393" y="499026"/>
                  </a:lnTo>
                  <a:lnTo>
                    <a:pt x="1817294" y="500219"/>
                  </a:lnTo>
                  <a:lnTo>
                    <a:pt x="1791040" y="512315"/>
                  </a:lnTo>
                  <a:lnTo>
                    <a:pt x="1789420" y="512377"/>
                  </a:lnTo>
                  <a:close/>
                </a:path>
                <a:path w="4190365" h="831214">
                  <a:moveTo>
                    <a:pt x="1835558" y="491120"/>
                  </a:moveTo>
                  <a:lnTo>
                    <a:pt x="1832268" y="489905"/>
                  </a:lnTo>
                  <a:lnTo>
                    <a:pt x="1831079" y="488806"/>
                  </a:lnTo>
                  <a:lnTo>
                    <a:pt x="1829611" y="485622"/>
                  </a:lnTo>
                  <a:lnTo>
                    <a:pt x="1829548" y="484004"/>
                  </a:lnTo>
                  <a:lnTo>
                    <a:pt x="1830763" y="480711"/>
                  </a:lnTo>
                  <a:lnTo>
                    <a:pt x="1831864" y="479524"/>
                  </a:lnTo>
                  <a:lnTo>
                    <a:pt x="1858118" y="467428"/>
                  </a:lnTo>
                  <a:lnTo>
                    <a:pt x="1859736" y="467363"/>
                  </a:lnTo>
                  <a:lnTo>
                    <a:pt x="1863026" y="468575"/>
                  </a:lnTo>
                  <a:lnTo>
                    <a:pt x="1864217" y="469676"/>
                  </a:lnTo>
                  <a:lnTo>
                    <a:pt x="1865683" y="472864"/>
                  </a:lnTo>
                  <a:lnTo>
                    <a:pt x="1865747" y="474482"/>
                  </a:lnTo>
                  <a:lnTo>
                    <a:pt x="1864533" y="477768"/>
                  </a:lnTo>
                  <a:lnTo>
                    <a:pt x="1863432" y="478962"/>
                  </a:lnTo>
                  <a:lnTo>
                    <a:pt x="1837178" y="491058"/>
                  </a:lnTo>
                  <a:lnTo>
                    <a:pt x="1835558" y="491120"/>
                  </a:lnTo>
                  <a:close/>
                </a:path>
                <a:path w="4190365" h="831214">
                  <a:moveTo>
                    <a:pt x="1881698" y="469865"/>
                  </a:moveTo>
                  <a:lnTo>
                    <a:pt x="1878408" y="468652"/>
                  </a:lnTo>
                  <a:lnTo>
                    <a:pt x="1877219" y="467553"/>
                  </a:lnTo>
                  <a:lnTo>
                    <a:pt x="1875751" y="464365"/>
                  </a:lnTo>
                  <a:lnTo>
                    <a:pt x="1875687" y="462746"/>
                  </a:lnTo>
                  <a:lnTo>
                    <a:pt x="1876903" y="459460"/>
                  </a:lnTo>
                  <a:lnTo>
                    <a:pt x="1878003" y="458269"/>
                  </a:lnTo>
                  <a:lnTo>
                    <a:pt x="1904258" y="446173"/>
                  </a:lnTo>
                  <a:lnTo>
                    <a:pt x="1905876" y="446109"/>
                  </a:lnTo>
                  <a:lnTo>
                    <a:pt x="1909166" y="447324"/>
                  </a:lnTo>
                  <a:lnTo>
                    <a:pt x="1910355" y="448425"/>
                  </a:lnTo>
                  <a:lnTo>
                    <a:pt x="1911823" y="451609"/>
                  </a:lnTo>
                  <a:lnTo>
                    <a:pt x="1911885" y="453224"/>
                  </a:lnTo>
                  <a:lnTo>
                    <a:pt x="1910671" y="456518"/>
                  </a:lnTo>
                  <a:lnTo>
                    <a:pt x="1909572" y="457707"/>
                  </a:lnTo>
                  <a:lnTo>
                    <a:pt x="1883318" y="469803"/>
                  </a:lnTo>
                  <a:lnTo>
                    <a:pt x="1881698" y="469865"/>
                  </a:lnTo>
                  <a:close/>
                </a:path>
                <a:path w="4190365" h="831214">
                  <a:moveTo>
                    <a:pt x="1927838" y="448608"/>
                  </a:moveTo>
                  <a:lnTo>
                    <a:pt x="1924548" y="447395"/>
                  </a:lnTo>
                  <a:lnTo>
                    <a:pt x="1923359" y="446294"/>
                  </a:lnTo>
                  <a:lnTo>
                    <a:pt x="1921892" y="443108"/>
                  </a:lnTo>
                  <a:lnTo>
                    <a:pt x="1921829" y="441488"/>
                  </a:lnTo>
                  <a:lnTo>
                    <a:pt x="1923043" y="438202"/>
                  </a:lnTo>
                  <a:lnTo>
                    <a:pt x="1924143" y="437012"/>
                  </a:lnTo>
                  <a:lnTo>
                    <a:pt x="1950396" y="424916"/>
                  </a:lnTo>
                  <a:lnTo>
                    <a:pt x="1952014" y="424851"/>
                  </a:lnTo>
                  <a:lnTo>
                    <a:pt x="1955304" y="426067"/>
                  </a:lnTo>
                  <a:lnTo>
                    <a:pt x="1956495" y="427167"/>
                  </a:lnTo>
                  <a:lnTo>
                    <a:pt x="1957961" y="430352"/>
                  </a:lnTo>
                  <a:lnTo>
                    <a:pt x="1958025" y="431967"/>
                  </a:lnTo>
                  <a:lnTo>
                    <a:pt x="1956811" y="435259"/>
                  </a:lnTo>
                  <a:lnTo>
                    <a:pt x="1955710" y="436450"/>
                  </a:lnTo>
                  <a:lnTo>
                    <a:pt x="1929458" y="448546"/>
                  </a:lnTo>
                  <a:lnTo>
                    <a:pt x="1927838" y="448608"/>
                  </a:lnTo>
                  <a:close/>
                </a:path>
                <a:path w="4190365" h="831214">
                  <a:moveTo>
                    <a:pt x="1973976" y="427353"/>
                  </a:moveTo>
                  <a:lnTo>
                    <a:pt x="1970685" y="426138"/>
                  </a:lnTo>
                  <a:lnTo>
                    <a:pt x="1969497" y="425039"/>
                  </a:lnTo>
                  <a:lnTo>
                    <a:pt x="1968029" y="421855"/>
                  </a:lnTo>
                  <a:lnTo>
                    <a:pt x="1967965" y="420237"/>
                  </a:lnTo>
                  <a:lnTo>
                    <a:pt x="1969181" y="416944"/>
                  </a:lnTo>
                  <a:lnTo>
                    <a:pt x="1970280" y="415757"/>
                  </a:lnTo>
                  <a:lnTo>
                    <a:pt x="1996536" y="403661"/>
                  </a:lnTo>
                  <a:lnTo>
                    <a:pt x="1998154" y="403597"/>
                  </a:lnTo>
                  <a:lnTo>
                    <a:pt x="2001444" y="404808"/>
                  </a:lnTo>
                  <a:lnTo>
                    <a:pt x="2002633" y="405909"/>
                  </a:lnTo>
                  <a:lnTo>
                    <a:pt x="2004101" y="409097"/>
                  </a:lnTo>
                  <a:lnTo>
                    <a:pt x="2004163" y="410715"/>
                  </a:lnTo>
                  <a:lnTo>
                    <a:pt x="2002949" y="414004"/>
                  </a:lnTo>
                  <a:lnTo>
                    <a:pt x="2001850" y="415196"/>
                  </a:lnTo>
                  <a:lnTo>
                    <a:pt x="1975596" y="427291"/>
                  </a:lnTo>
                  <a:lnTo>
                    <a:pt x="1973976" y="427353"/>
                  </a:lnTo>
                  <a:close/>
                </a:path>
                <a:path w="4190365" h="831214">
                  <a:moveTo>
                    <a:pt x="2020116" y="406095"/>
                  </a:moveTo>
                  <a:lnTo>
                    <a:pt x="2016826" y="404879"/>
                  </a:lnTo>
                  <a:lnTo>
                    <a:pt x="2015637" y="403782"/>
                  </a:lnTo>
                  <a:lnTo>
                    <a:pt x="2014169" y="400598"/>
                  </a:lnTo>
                  <a:lnTo>
                    <a:pt x="2014105" y="398979"/>
                  </a:lnTo>
                  <a:lnTo>
                    <a:pt x="2015321" y="395687"/>
                  </a:lnTo>
                  <a:lnTo>
                    <a:pt x="2016421" y="394500"/>
                  </a:lnTo>
                  <a:lnTo>
                    <a:pt x="2042676" y="382404"/>
                  </a:lnTo>
                  <a:lnTo>
                    <a:pt x="2044294" y="382338"/>
                  </a:lnTo>
                  <a:lnTo>
                    <a:pt x="2047584" y="383551"/>
                  </a:lnTo>
                  <a:lnTo>
                    <a:pt x="2048773" y="384652"/>
                  </a:lnTo>
                  <a:lnTo>
                    <a:pt x="2050241" y="387838"/>
                  </a:lnTo>
                  <a:lnTo>
                    <a:pt x="2050303" y="389458"/>
                  </a:lnTo>
                  <a:lnTo>
                    <a:pt x="2049089" y="392747"/>
                  </a:lnTo>
                  <a:lnTo>
                    <a:pt x="2047990" y="393938"/>
                  </a:lnTo>
                  <a:lnTo>
                    <a:pt x="2021736" y="406034"/>
                  </a:lnTo>
                  <a:lnTo>
                    <a:pt x="2020116" y="406095"/>
                  </a:lnTo>
                  <a:close/>
                </a:path>
                <a:path w="4190365" h="831214">
                  <a:moveTo>
                    <a:pt x="2066254" y="384841"/>
                  </a:moveTo>
                  <a:lnTo>
                    <a:pt x="2062964" y="383628"/>
                  </a:lnTo>
                  <a:lnTo>
                    <a:pt x="2061775" y="382527"/>
                  </a:lnTo>
                  <a:lnTo>
                    <a:pt x="2060307" y="379341"/>
                  </a:lnTo>
                  <a:lnTo>
                    <a:pt x="2060244" y="377722"/>
                  </a:lnTo>
                  <a:lnTo>
                    <a:pt x="2061457" y="374432"/>
                  </a:lnTo>
                  <a:lnTo>
                    <a:pt x="2062558" y="373245"/>
                  </a:lnTo>
                  <a:lnTo>
                    <a:pt x="2088814" y="361149"/>
                  </a:lnTo>
                  <a:lnTo>
                    <a:pt x="2090432" y="361085"/>
                  </a:lnTo>
                  <a:lnTo>
                    <a:pt x="2093722" y="362300"/>
                  </a:lnTo>
                  <a:lnTo>
                    <a:pt x="2094911" y="363400"/>
                  </a:lnTo>
                  <a:lnTo>
                    <a:pt x="2096379" y="366585"/>
                  </a:lnTo>
                  <a:lnTo>
                    <a:pt x="2096441" y="368200"/>
                  </a:lnTo>
                  <a:lnTo>
                    <a:pt x="2095227" y="371490"/>
                  </a:lnTo>
                  <a:lnTo>
                    <a:pt x="2094128" y="372684"/>
                  </a:lnTo>
                  <a:lnTo>
                    <a:pt x="2067872" y="384779"/>
                  </a:lnTo>
                  <a:lnTo>
                    <a:pt x="2066254" y="384841"/>
                  </a:lnTo>
                  <a:close/>
                </a:path>
                <a:path w="4190365" h="831214">
                  <a:moveTo>
                    <a:pt x="2112394" y="363583"/>
                  </a:moveTo>
                  <a:lnTo>
                    <a:pt x="2109104" y="362371"/>
                  </a:lnTo>
                  <a:lnTo>
                    <a:pt x="2107915" y="361270"/>
                  </a:lnTo>
                  <a:lnTo>
                    <a:pt x="2106447" y="358082"/>
                  </a:lnTo>
                  <a:lnTo>
                    <a:pt x="2106383" y="356464"/>
                  </a:lnTo>
                  <a:lnTo>
                    <a:pt x="2107597" y="353175"/>
                  </a:lnTo>
                  <a:lnTo>
                    <a:pt x="2108698" y="351986"/>
                  </a:lnTo>
                  <a:lnTo>
                    <a:pt x="2134954" y="339892"/>
                  </a:lnTo>
                  <a:lnTo>
                    <a:pt x="2136572" y="339826"/>
                  </a:lnTo>
                  <a:lnTo>
                    <a:pt x="2139862" y="341041"/>
                  </a:lnTo>
                  <a:lnTo>
                    <a:pt x="2141052" y="342143"/>
                  </a:lnTo>
                  <a:lnTo>
                    <a:pt x="2142519" y="345326"/>
                  </a:lnTo>
                  <a:lnTo>
                    <a:pt x="2142583" y="346942"/>
                  </a:lnTo>
                  <a:lnTo>
                    <a:pt x="2141369" y="350232"/>
                  </a:lnTo>
                  <a:lnTo>
                    <a:pt x="2140268" y="351426"/>
                  </a:lnTo>
                  <a:lnTo>
                    <a:pt x="2114012" y="363522"/>
                  </a:lnTo>
                  <a:lnTo>
                    <a:pt x="2112394" y="363583"/>
                  </a:lnTo>
                  <a:close/>
                </a:path>
                <a:path w="4190365" h="831214">
                  <a:moveTo>
                    <a:pt x="2158532" y="342329"/>
                  </a:moveTo>
                  <a:lnTo>
                    <a:pt x="2155242" y="341113"/>
                  </a:lnTo>
                  <a:lnTo>
                    <a:pt x="2154053" y="340015"/>
                  </a:lnTo>
                  <a:lnTo>
                    <a:pt x="2152585" y="336828"/>
                  </a:lnTo>
                  <a:lnTo>
                    <a:pt x="2152522" y="335210"/>
                  </a:lnTo>
                  <a:lnTo>
                    <a:pt x="2153735" y="331920"/>
                  </a:lnTo>
                  <a:lnTo>
                    <a:pt x="2154836" y="330729"/>
                  </a:lnTo>
                  <a:lnTo>
                    <a:pt x="2181092" y="318634"/>
                  </a:lnTo>
                  <a:lnTo>
                    <a:pt x="2182710" y="318569"/>
                  </a:lnTo>
                  <a:lnTo>
                    <a:pt x="2186000" y="319784"/>
                  </a:lnTo>
                  <a:lnTo>
                    <a:pt x="2187189" y="320885"/>
                  </a:lnTo>
                  <a:lnTo>
                    <a:pt x="2188657" y="324073"/>
                  </a:lnTo>
                  <a:lnTo>
                    <a:pt x="2188719" y="325691"/>
                  </a:lnTo>
                  <a:lnTo>
                    <a:pt x="2187505" y="328978"/>
                  </a:lnTo>
                  <a:lnTo>
                    <a:pt x="2186406" y="330172"/>
                  </a:lnTo>
                  <a:lnTo>
                    <a:pt x="2160151" y="342267"/>
                  </a:lnTo>
                  <a:lnTo>
                    <a:pt x="2158532" y="342329"/>
                  </a:lnTo>
                  <a:close/>
                </a:path>
                <a:path w="4190365" h="831214">
                  <a:moveTo>
                    <a:pt x="2204672" y="321071"/>
                  </a:moveTo>
                  <a:lnTo>
                    <a:pt x="2201382" y="319855"/>
                  </a:lnTo>
                  <a:lnTo>
                    <a:pt x="2200193" y="318758"/>
                  </a:lnTo>
                  <a:lnTo>
                    <a:pt x="2198725" y="315570"/>
                  </a:lnTo>
                  <a:lnTo>
                    <a:pt x="2198661" y="313952"/>
                  </a:lnTo>
                  <a:lnTo>
                    <a:pt x="2199875" y="310662"/>
                  </a:lnTo>
                  <a:lnTo>
                    <a:pt x="2200976" y="309472"/>
                  </a:lnTo>
                  <a:lnTo>
                    <a:pt x="2227232" y="297376"/>
                  </a:lnTo>
                  <a:lnTo>
                    <a:pt x="2228850" y="297312"/>
                  </a:lnTo>
                  <a:lnTo>
                    <a:pt x="2232140" y="298527"/>
                  </a:lnTo>
                  <a:lnTo>
                    <a:pt x="2233331" y="299627"/>
                  </a:lnTo>
                  <a:lnTo>
                    <a:pt x="2234797" y="302814"/>
                  </a:lnTo>
                  <a:lnTo>
                    <a:pt x="2234861" y="304434"/>
                  </a:lnTo>
                  <a:lnTo>
                    <a:pt x="2233647" y="307721"/>
                  </a:lnTo>
                  <a:lnTo>
                    <a:pt x="2232546" y="308913"/>
                  </a:lnTo>
                  <a:lnTo>
                    <a:pt x="2206290" y="321009"/>
                  </a:lnTo>
                  <a:lnTo>
                    <a:pt x="2204672" y="321071"/>
                  </a:lnTo>
                  <a:close/>
                </a:path>
                <a:path w="4190365" h="831214">
                  <a:moveTo>
                    <a:pt x="2250812" y="299816"/>
                  </a:moveTo>
                  <a:lnTo>
                    <a:pt x="2247522" y="298604"/>
                  </a:lnTo>
                  <a:lnTo>
                    <a:pt x="2246333" y="297503"/>
                  </a:lnTo>
                  <a:lnTo>
                    <a:pt x="2244865" y="294316"/>
                  </a:lnTo>
                  <a:lnTo>
                    <a:pt x="2244801" y="292698"/>
                  </a:lnTo>
                  <a:lnTo>
                    <a:pt x="2246015" y="289408"/>
                  </a:lnTo>
                  <a:lnTo>
                    <a:pt x="2247116" y="288221"/>
                  </a:lnTo>
                  <a:lnTo>
                    <a:pt x="2273370" y="276125"/>
                  </a:lnTo>
                  <a:lnTo>
                    <a:pt x="2274988" y="276059"/>
                  </a:lnTo>
                  <a:lnTo>
                    <a:pt x="2278278" y="277272"/>
                  </a:lnTo>
                  <a:lnTo>
                    <a:pt x="2279467" y="278373"/>
                  </a:lnTo>
                  <a:lnTo>
                    <a:pt x="2280935" y="281560"/>
                  </a:lnTo>
                  <a:lnTo>
                    <a:pt x="2280997" y="283179"/>
                  </a:lnTo>
                  <a:lnTo>
                    <a:pt x="2279784" y="286468"/>
                  </a:lnTo>
                  <a:lnTo>
                    <a:pt x="2278684" y="287660"/>
                  </a:lnTo>
                  <a:lnTo>
                    <a:pt x="2252430" y="299755"/>
                  </a:lnTo>
                  <a:lnTo>
                    <a:pt x="2250812" y="299816"/>
                  </a:lnTo>
                  <a:close/>
                </a:path>
                <a:path w="4190365" h="831214">
                  <a:moveTo>
                    <a:pt x="2296950" y="278559"/>
                  </a:moveTo>
                  <a:lnTo>
                    <a:pt x="2293660" y="277347"/>
                  </a:lnTo>
                  <a:lnTo>
                    <a:pt x="2292471" y="276246"/>
                  </a:lnTo>
                  <a:lnTo>
                    <a:pt x="2291005" y="273058"/>
                  </a:lnTo>
                  <a:lnTo>
                    <a:pt x="2290941" y="271440"/>
                  </a:lnTo>
                  <a:lnTo>
                    <a:pt x="2292155" y="268150"/>
                  </a:lnTo>
                  <a:lnTo>
                    <a:pt x="2293256" y="266962"/>
                  </a:lnTo>
                  <a:lnTo>
                    <a:pt x="2319510" y="254867"/>
                  </a:lnTo>
                  <a:lnTo>
                    <a:pt x="2321127" y="254802"/>
                  </a:lnTo>
                  <a:lnTo>
                    <a:pt x="2324418" y="256015"/>
                  </a:lnTo>
                  <a:lnTo>
                    <a:pt x="2325609" y="257115"/>
                  </a:lnTo>
                  <a:lnTo>
                    <a:pt x="2327075" y="260303"/>
                  </a:lnTo>
                  <a:lnTo>
                    <a:pt x="2327139" y="261922"/>
                  </a:lnTo>
                  <a:lnTo>
                    <a:pt x="2325923" y="265211"/>
                  </a:lnTo>
                  <a:lnTo>
                    <a:pt x="2324824" y="266401"/>
                  </a:lnTo>
                  <a:lnTo>
                    <a:pt x="2298568" y="278497"/>
                  </a:lnTo>
                  <a:lnTo>
                    <a:pt x="2296950" y="278559"/>
                  </a:lnTo>
                  <a:close/>
                </a:path>
                <a:path w="4190365" h="831214">
                  <a:moveTo>
                    <a:pt x="2343090" y="257304"/>
                  </a:moveTo>
                  <a:lnTo>
                    <a:pt x="2339800" y="256089"/>
                  </a:lnTo>
                  <a:lnTo>
                    <a:pt x="2338611" y="254991"/>
                  </a:lnTo>
                  <a:lnTo>
                    <a:pt x="2337143" y="251807"/>
                  </a:lnTo>
                  <a:lnTo>
                    <a:pt x="2337079" y="250188"/>
                  </a:lnTo>
                  <a:lnTo>
                    <a:pt x="2338293" y="246895"/>
                  </a:lnTo>
                  <a:lnTo>
                    <a:pt x="2339394" y="245705"/>
                  </a:lnTo>
                  <a:lnTo>
                    <a:pt x="2365650" y="233610"/>
                  </a:lnTo>
                  <a:lnTo>
                    <a:pt x="2367268" y="233545"/>
                  </a:lnTo>
                  <a:lnTo>
                    <a:pt x="2370558" y="234763"/>
                  </a:lnTo>
                  <a:lnTo>
                    <a:pt x="2371747" y="235864"/>
                  </a:lnTo>
                  <a:lnTo>
                    <a:pt x="2373215" y="239048"/>
                  </a:lnTo>
                  <a:lnTo>
                    <a:pt x="2373277" y="240667"/>
                  </a:lnTo>
                  <a:lnTo>
                    <a:pt x="2372063" y="243956"/>
                  </a:lnTo>
                  <a:lnTo>
                    <a:pt x="2370964" y="245148"/>
                  </a:lnTo>
                  <a:lnTo>
                    <a:pt x="2344708" y="257242"/>
                  </a:lnTo>
                  <a:lnTo>
                    <a:pt x="2343090" y="257304"/>
                  </a:lnTo>
                  <a:close/>
                </a:path>
                <a:path w="4190365" h="831214">
                  <a:moveTo>
                    <a:pt x="2389228" y="236047"/>
                  </a:moveTo>
                  <a:lnTo>
                    <a:pt x="2385938" y="234831"/>
                  </a:lnTo>
                  <a:lnTo>
                    <a:pt x="2384749" y="233734"/>
                  </a:lnTo>
                  <a:lnTo>
                    <a:pt x="2383283" y="230549"/>
                  </a:lnTo>
                  <a:lnTo>
                    <a:pt x="2383219" y="228931"/>
                  </a:lnTo>
                  <a:lnTo>
                    <a:pt x="2384433" y="225638"/>
                  </a:lnTo>
                  <a:lnTo>
                    <a:pt x="2385534" y="224448"/>
                  </a:lnTo>
                  <a:lnTo>
                    <a:pt x="2411788" y="212359"/>
                  </a:lnTo>
                  <a:lnTo>
                    <a:pt x="2413405" y="212297"/>
                  </a:lnTo>
                  <a:lnTo>
                    <a:pt x="2416696" y="213508"/>
                  </a:lnTo>
                  <a:lnTo>
                    <a:pt x="2417887" y="214609"/>
                  </a:lnTo>
                  <a:lnTo>
                    <a:pt x="2419353" y="217793"/>
                  </a:lnTo>
                  <a:lnTo>
                    <a:pt x="2419417" y="219409"/>
                  </a:lnTo>
                  <a:lnTo>
                    <a:pt x="2418201" y="222699"/>
                  </a:lnTo>
                  <a:lnTo>
                    <a:pt x="2417102" y="223889"/>
                  </a:lnTo>
                  <a:lnTo>
                    <a:pt x="2390848" y="235985"/>
                  </a:lnTo>
                  <a:lnTo>
                    <a:pt x="2389228" y="236047"/>
                  </a:lnTo>
                  <a:close/>
                </a:path>
                <a:path w="4190365" h="831214">
                  <a:moveTo>
                    <a:pt x="2435368" y="214790"/>
                  </a:moveTo>
                  <a:lnTo>
                    <a:pt x="2432078" y="213577"/>
                  </a:lnTo>
                  <a:lnTo>
                    <a:pt x="2430889" y="212479"/>
                  </a:lnTo>
                  <a:lnTo>
                    <a:pt x="2429421" y="209296"/>
                  </a:lnTo>
                  <a:lnTo>
                    <a:pt x="2429357" y="207676"/>
                  </a:lnTo>
                  <a:lnTo>
                    <a:pt x="2430571" y="204387"/>
                  </a:lnTo>
                  <a:lnTo>
                    <a:pt x="2431672" y="203200"/>
                  </a:lnTo>
                  <a:lnTo>
                    <a:pt x="2457928" y="191100"/>
                  </a:lnTo>
                  <a:lnTo>
                    <a:pt x="2459545" y="191039"/>
                  </a:lnTo>
                  <a:lnTo>
                    <a:pt x="2462834" y="192251"/>
                  </a:lnTo>
                  <a:lnTo>
                    <a:pt x="2464025" y="193352"/>
                  </a:lnTo>
                  <a:lnTo>
                    <a:pt x="2465493" y="196536"/>
                  </a:lnTo>
                  <a:lnTo>
                    <a:pt x="2465555" y="198151"/>
                  </a:lnTo>
                  <a:lnTo>
                    <a:pt x="2464341" y="201441"/>
                  </a:lnTo>
                  <a:lnTo>
                    <a:pt x="2463242" y="202632"/>
                  </a:lnTo>
                  <a:lnTo>
                    <a:pt x="2436986" y="214727"/>
                  </a:lnTo>
                  <a:lnTo>
                    <a:pt x="2435368" y="214790"/>
                  </a:lnTo>
                  <a:close/>
                </a:path>
                <a:path w="4190365" h="831214">
                  <a:moveTo>
                    <a:pt x="2481508" y="193531"/>
                  </a:moveTo>
                  <a:lnTo>
                    <a:pt x="2478218" y="192319"/>
                  </a:lnTo>
                  <a:lnTo>
                    <a:pt x="2477029" y="191222"/>
                  </a:lnTo>
                  <a:lnTo>
                    <a:pt x="2475561" y="188037"/>
                  </a:lnTo>
                  <a:lnTo>
                    <a:pt x="2475497" y="186419"/>
                  </a:lnTo>
                  <a:lnTo>
                    <a:pt x="2476711" y="183130"/>
                  </a:lnTo>
                  <a:lnTo>
                    <a:pt x="2477812" y="181941"/>
                  </a:lnTo>
                  <a:lnTo>
                    <a:pt x="2504066" y="169847"/>
                  </a:lnTo>
                  <a:lnTo>
                    <a:pt x="2505684" y="169781"/>
                  </a:lnTo>
                  <a:lnTo>
                    <a:pt x="2508974" y="170996"/>
                  </a:lnTo>
                  <a:lnTo>
                    <a:pt x="2510163" y="172097"/>
                  </a:lnTo>
                  <a:lnTo>
                    <a:pt x="2511631" y="175281"/>
                  </a:lnTo>
                  <a:lnTo>
                    <a:pt x="2511693" y="176897"/>
                  </a:lnTo>
                  <a:lnTo>
                    <a:pt x="2510480" y="180190"/>
                  </a:lnTo>
                  <a:lnTo>
                    <a:pt x="2509380" y="181381"/>
                  </a:lnTo>
                  <a:lnTo>
                    <a:pt x="2483126" y="193470"/>
                  </a:lnTo>
                  <a:lnTo>
                    <a:pt x="2481508" y="193531"/>
                  </a:lnTo>
                  <a:close/>
                </a:path>
                <a:path w="4190365" h="831214">
                  <a:moveTo>
                    <a:pt x="2527646" y="172280"/>
                  </a:moveTo>
                  <a:lnTo>
                    <a:pt x="2524356" y="171065"/>
                  </a:lnTo>
                  <a:lnTo>
                    <a:pt x="2523167" y="169967"/>
                  </a:lnTo>
                  <a:lnTo>
                    <a:pt x="2521699" y="166782"/>
                  </a:lnTo>
                  <a:lnTo>
                    <a:pt x="2521635" y="165164"/>
                  </a:lnTo>
                  <a:lnTo>
                    <a:pt x="2522849" y="161871"/>
                  </a:lnTo>
                  <a:lnTo>
                    <a:pt x="2523950" y="160684"/>
                  </a:lnTo>
                  <a:lnTo>
                    <a:pt x="2550206" y="148588"/>
                  </a:lnTo>
                  <a:lnTo>
                    <a:pt x="2551824" y="148523"/>
                  </a:lnTo>
                  <a:lnTo>
                    <a:pt x="2555114" y="149739"/>
                  </a:lnTo>
                  <a:lnTo>
                    <a:pt x="2556303" y="150840"/>
                  </a:lnTo>
                  <a:lnTo>
                    <a:pt x="2557771" y="154024"/>
                  </a:lnTo>
                  <a:lnTo>
                    <a:pt x="2557833" y="155639"/>
                  </a:lnTo>
                  <a:lnTo>
                    <a:pt x="2556619" y="158932"/>
                  </a:lnTo>
                  <a:lnTo>
                    <a:pt x="2555520" y="160122"/>
                  </a:lnTo>
                  <a:lnTo>
                    <a:pt x="2529264" y="172218"/>
                  </a:lnTo>
                  <a:lnTo>
                    <a:pt x="2527646" y="172280"/>
                  </a:lnTo>
                  <a:close/>
                </a:path>
                <a:path w="4190365" h="831214">
                  <a:moveTo>
                    <a:pt x="2573781" y="151023"/>
                  </a:moveTo>
                  <a:lnTo>
                    <a:pt x="2570491" y="149807"/>
                  </a:lnTo>
                  <a:lnTo>
                    <a:pt x="2569304" y="148706"/>
                  </a:lnTo>
                  <a:lnTo>
                    <a:pt x="2567839" y="145519"/>
                  </a:lnTo>
                  <a:lnTo>
                    <a:pt x="2567819" y="143783"/>
                  </a:lnTo>
                  <a:lnTo>
                    <a:pt x="2568992" y="140608"/>
                  </a:lnTo>
                  <a:lnTo>
                    <a:pt x="2570093" y="139420"/>
                  </a:lnTo>
                  <a:lnTo>
                    <a:pt x="2574370" y="137458"/>
                  </a:lnTo>
                  <a:lnTo>
                    <a:pt x="2575628" y="137299"/>
                  </a:lnTo>
                  <a:lnTo>
                    <a:pt x="2602065" y="142027"/>
                  </a:lnTo>
                  <a:lnTo>
                    <a:pt x="2603427" y="142899"/>
                  </a:lnTo>
                  <a:lnTo>
                    <a:pt x="2604043" y="143783"/>
                  </a:lnTo>
                  <a:lnTo>
                    <a:pt x="2575817" y="143783"/>
                  </a:lnTo>
                  <a:lnTo>
                    <a:pt x="2574697" y="150033"/>
                  </a:lnTo>
                  <a:lnTo>
                    <a:pt x="2576658" y="150384"/>
                  </a:lnTo>
                  <a:lnTo>
                    <a:pt x="2575401" y="150961"/>
                  </a:lnTo>
                  <a:lnTo>
                    <a:pt x="2573781" y="151023"/>
                  </a:lnTo>
                  <a:close/>
                </a:path>
                <a:path w="4190365" h="831214">
                  <a:moveTo>
                    <a:pt x="2576658" y="150384"/>
                  </a:moveTo>
                  <a:lnTo>
                    <a:pt x="2574697" y="150033"/>
                  </a:lnTo>
                  <a:lnTo>
                    <a:pt x="2575817" y="143783"/>
                  </a:lnTo>
                  <a:lnTo>
                    <a:pt x="2578471" y="149553"/>
                  </a:lnTo>
                  <a:lnTo>
                    <a:pt x="2576658" y="150384"/>
                  </a:lnTo>
                  <a:close/>
                </a:path>
                <a:path w="4190365" h="831214">
                  <a:moveTo>
                    <a:pt x="2599826" y="154529"/>
                  </a:moveTo>
                  <a:lnTo>
                    <a:pt x="2576658" y="150384"/>
                  </a:lnTo>
                  <a:lnTo>
                    <a:pt x="2578471" y="149553"/>
                  </a:lnTo>
                  <a:lnTo>
                    <a:pt x="2575817" y="143783"/>
                  </a:lnTo>
                  <a:lnTo>
                    <a:pt x="2604043" y="143783"/>
                  </a:lnTo>
                  <a:lnTo>
                    <a:pt x="2605432" y="145776"/>
                  </a:lnTo>
                  <a:lnTo>
                    <a:pt x="2605779" y="147360"/>
                  </a:lnTo>
                  <a:lnTo>
                    <a:pt x="2605161" y="150815"/>
                  </a:lnTo>
                  <a:lnTo>
                    <a:pt x="2604286" y="152179"/>
                  </a:lnTo>
                  <a:lnTo>
                    <a:pt x="2601409" y="154183"/>
                  </a:lnTo>
                  <a:lnTo>
                    <a:pt x="2599826" y="154529"/>
                  </a:lnTo>
                  <a:close/>
                </a:path>
                <a:path w="4190365" h="831214">
                  <a:moveTo>
                    <a:pt x="2649832" y="163478"/>
                  </a:moveTo>
                  <a:lnTo>
                    <a:pt x="2621377" y="158384"/>
                  </a:lnTo>
                  <a:lnTo>
                    <a:pt x="2620012" y="157509"/>
                  </a:lnTo>
                  <a:lnTo>
                    <a:pt x="2618008" y="154635"/>
                  </a:lnTo>
                  <a:lnTo>
                    <a:pt x="2617662" y="153054"/>
                  </a:lnTo>
                  <a:lnTo>
                    <a:pt x="2618279" y="149599"/>
                  </a:lnTo>
                  <a:lnTo>
                    <a:pt x="2619152" y="148231"/>
                  </a:lnTo>
                  <a:lnTo>
                    <a:pt x="2622029" y="146229"/>
                  </a:lnTo>
                  <a:lnTo>
                    <a:pt x="2623612" y="145882"/>
                  </a:lnTo>
                  <a:lnTo>
                    <a:pt x="2652068" y="150976"/>
                  </a:lnTo>
                  <a:lnTo>
                    <a:pt x="2653432" y="151851"/>
                  </a:lnTo>
                  <a:lnTo>
                    <a:pt x="2655437" y="154727"/>
                  </a:lnTo>
                  <a:lnTo>
                    <a:pt x="2655784" y="156312"/>
                  </a:lnTo>
                  <a:lnTo>
                    <a:pt x="2655167" y="159767"/>
                  </a:lnTo>
                  <a:lnTo>
                    <a:pt x="2654293" y="161127"/>
                  </a:lnTo>
                  <a:lnTo>
                    <a:pt x="2651414" y="163130"/>
                  </a:lnTo>
                  <a:lnTo>
                    <a:pt x="2649832" y="163478"/>
                  </a:lnTo>
                  <a:close/>
                </a:path>
                <a:path w="4190365" h="831214">
                  <a:moveTo>
                    <a:pt x="2699839" y="172429"/>
                  </a:moveTo>
                  <a:lnTo>
                    <a:pt x="2671383" y="167335"/>
                  </a:lnTo>
                  <a:lnTo>
                    <a:pt x="2670019" y="166461"/>
                  </a:lnTo>
                  <a:lnTo>
                    <a:pt x="2668014" y="163583"/>
                  </a:lnTo>
                  <a:lnTo>
                    <a:pt x="2667668" y="162002"/>
                  </a:lnTo>
                  <a:lnTo>
                    <a:pt x="2668285" y="158550"/>
                  </a:lnTo>
                  <a:lnTo>
                    <a:pt x="2669158" y="157186"/>
                  </a:lnTo>
                  <a:lnTo>
                    <a:pt x="2672036" y="155183"/>
                  </a:lnTo>
                  <a:lnTo>
                    <a:pt x="2673618" y="154837"/>
                  </a:lnTo>
                  <a:lnTo>
                    <a:pt x="2702074" y="159927"/>
                  </a:lnTo>
                  <a:lnTo>
                    <a:pt x="2703437" y="160802"/>
                  </a:lnTo>
                  <a:lnTo>
                    <a:pt x="2705443" y="163680"/>
                  </a:lnTo>
                  <a:lnTo>
                    <a:pt x="2705790" y="165263"/>
                  </a:lnTo>
                  <a:lnTo>
                    <a:pt x="2705173" y="168714"/>
                  </a:lnTo>
                  <a:lnTo>
                    <a:pt x="2704299" y="170075"/>
                  </a:lnTo>
                  <a:lnTo>
                    <a:pt x="2701421" y="172078"/>
                  </a:lnTo>
                  <a:lnTo>
                    <a:pt x="2699839" y="172429"/>
                  </a:lnTo>
                  <a:close/>
                </a:path>
                <a:path w="4190365" h="831214">
                  <a:moveTo>
                    <a:pt x="2749843" y="181377"/>
                  </a:moveTo>
                  <a:lnTo>
                    <a:pt x="2721388" y="176286"/>
                  </a:lnTo>
                  <a:lnTo>
                    <a:pt x="2720023" y="175412"/>
                  </a:lnTo>
                  <a:lnTo>
                    <a:pt x="2718019" y="172532"/>
                  </a:lnTo>
                  <a:lnTo>
                    <a:pt x="2717673" y="170950"/>
                  </a:lnTo>
                  <a:lnTo>
                    <a:pt x="2718290" y="167499"/>
                  </a:lnTo>
                  <a:lnTo>
                    <a:pt x="2719163" y="166132"/>
                  </a:lnTo>
                  <a:lnTo>
                    <a:pt x="2722040" y="164129"/>
                  </a:lnTo>
                  <a:lnTo>
                    <a:pt x="2723623" y="163781"/>
                  </a:lnTo>
                  <a:lnTo>
                    <a:pt x="2752079" y="168875"/>
                  </a:lnTo>
                  <a:lnTo>
                    <a:pt x="2753441" y="169750"/>
                  </a:lnTo>
                  <a:lnTo>
                    <a:pt x="2755448" y="172627"/>
                  </a:lnTo>
                  <a:lnTo>
                    <a:pt x="2755795" y="174212"/>
                  </a:lnTo>
                  <a:lnTo>
                    <a:pt x="2755176" y="177662"/>
                  </a:lnTo>
                  <a:lnTo>
                    <a:pt x="2754302" y="179024"/>
                  </a:lnTo>
                  <a:lnTo>
                    <a:pt x="2751426" y="181027"/>
                  </a:lnTo>
                  <a:lnTo>
                    <a:pt x="2749843" y="181377"/>
                  </a:lnTo>
                  <a:close/>
                </a:path>
                <a:path w="4190365" h="831214">
                  <a:moveTo>
                    <a:pt x="2799846" y="190328"/>
                  </a:moveTo>
                  <a:lnTo>
                    <a:pt x="2771392" y="185238"/>
                  </a:lnTo>
                  <a:lnTo>
                    <a:pt x="2770028" y="184363"/>
                  </a:lnTo>
                  <a:lnTo>
                    <a:pt x="2768024" y="181486"/>
                  </a:lnTo>
                  <a:lnTo>
                    <a:pt x="2767678" y="179904"/>
                  </a:lnTo>
                  <a:lnTo>
                    <a:pt x="2768296" y="176451"/>
                  </a:lnTo>
                  <a:lnTo>
                    <a:pt x="2769169" y="175083"/>
                  </a:lnTo>
                  <a:lnTo>
                    <a:pt x="2772048" y="173080"/>
                  </a:lnTo>
                  <a:lnTo>
                    <a:pt x="2773631" y="172732"/>
                  </a:lnTo>
                  <a:lnTo>
                    <a:pt x="2802085" y="177827"/>
                  </a:lnTo>
                  <a:lnTo>
                    <a:pt x="2803449" y="178701"/>
                  </a:lnTo>
                  <a:lnTo>
                    <a:pt x="2805454" y="181579"/>
                  </a:lnTo>
                  <a:lnTo>
                    <a:pt x="2805800" y="183163"/>
                  </a:lnTo>
                  <a:lnTo>
                    <a:pt x="2805181" y="186617"/>
                  </a:lnTo>
                  <a:lnTo>
                    <a:pt x="2804307" y="187979"/>
                  </a:lnTo>
                  <a:lnTo>
                    <a:pt x="2801428" y="189981"/>
                  </a:lnTo>
                  <a:lnTo>
                    <a:pt x="2799846" y="190328"/>
                  </a:lnTo>
                  <a:close/>
                </a:path>
                <a:path w="4190365" h="831214">
                  <a:moveTo>
                    <a:pt x="2849854" y="199276"/>
                  </a:moveTo>
                  <a:lnTo>
                    <a:pt x="2821399" y="194182"/>
                  </a:lnTo>
                  <a:lnTo>
                    <a:pt x="2820034" y="193309"/>
                  </a:lnTo>
                  <a:lnTo>
                    <a:pt x="2818030" y="190428"/>
                  </a:lnTo>
                  <a:lnTo>
                    <a:pt x="2817684" y="188846"/>
                  </a:lnTo>
                  <a:lnTo>
                    <a:pt x="2818301" y="185399"/>
                  </a:lnTo>
                  <a:lnTo>
                    <a:pt x="2819175" y="184031"/>
                  </a:lnTo>
                  <a:lnTo>
                    <a:pt x="2822051" y="182029"/>
                  </a:lnTo>
                  <a:lnTo>
                    <a:pt x="2823634" y="181684"/>
                  </a:lnTo>
                  <a:lnTo>
                    <a:pt x="2852090" y="186776"/>
                  </a:lnTo>
                  <a:lnTo>
                    <a:pt x="2853452" y="187647"/>
                  </a:lnTo>
                  <a:lnTo>
                    <a:pt x="2855458" y="190527"/>
                  </a:lnTo>
                  <a:lnTo>
                    <a:pt x="2855806" y="192111"/>
                  </a:lnTo>
                  <a:lnTo>
                    <a:pt x="2855189" y="195559"/>
                  </a:lnTo>
                  <a:lnTo>
                    <a:pt x="2854314" y="196923"/>
                  </a:lnTo>
                  <a:lnTo>
                    <a:pt x="2851436" y="198926"/>
                  </a:lnTo>
                  <a:lnTo>
                    <a:pt x="2849854" y="199276"/>
                  </a:lnTo>
                  <a:close/>
                </a:path>
                <a:path w="4190365" h="831214">
                  <a:moveTo>
                    <a:pt x="2899857" y="208229"/>
                  </a:moveTo>
                  <a:lnTo>
                    <a:pt x="2871403" y="203137"/>
                  </a:lnTo>
                  <a:lnTo>
                    <a:pt x="2870039" y="202262"/>
                  </a:lnTo>
                  <a:lnTo>
                    <a:pt x="2868036" y="199382"/>
                  </a:lnTo>
                  <a:lnTo>
                    <a:pt x="2867690" y="197801"/>
                  </a:lnTo>
                  <a:lnTo>
                    <a:pt x="2868307" y="194350"/>
                  </a:lnTo>
                  <a:lnTo>
                    <a:pt x="2869180" y="192986"/>
                  </a:lnTo>
                  <a:lnTo>
                    <a:pt x="2872059" y="190983"/>
                  </a:lnTo>
                  <a:lnTo>
                    <a:pt x="2873642" y="190635"/>
                  </a:lnTo>
                  <a:lnTo>
                    <a:pt x="2902096" y="195727"/>
                  </a:lnTo>
                  <a:lnTo>
                    <a:pt x="2903460" y="196601"/>
                  </a:lnTo>
                  <a:lnTo>
                    <a:pt x="2905463" y="199481"/>
                  </a:lnTo>
                  <a:lnTo>
                    <a:pt x="2905810" y="201063"/>
                  </a:lnTo>
                  <a:lnTo>
                    <a:pt x="2905192" y="204514"/>
                  </a:lnTo>
                  <a:lnTo>
                    <a:pt x="2904318" y="205878"/>
                  </a:lnTo>
                  <a:lnTo>
                    <a:pt x="2901440" y="207881"/>
                  </a:lnTo>
                  <a:lnTo>
                    <a:pt x="2899857" y="208229"/>
                  </a:lnTo>
                  <a:close/>
                </a:path>
                <a:path w="4190365" h="831214">
                  <a:moveTo>
                    <a:pt x="2949864" y="217180"/>
                  </a:moveTo>
                  <a:lnTo>
                    <a:pt x="2921408" y="212086"/>
                  </a:lnTo>
                  <a:lnTo>
                    <a:pt x="2920044" y="211211"/>
                  </a:lnTo>
                  <a:lnTo>
                    <a:pt x="2918039" y="208330"/>
                  </a:lnTo>
                  <a:lnTo>
                    <a:pt x="2917693" y="206749"/>
                  </a:lnTo>
                  <a:lnTo>
                    <a:pt x="2918312" y="203295"/>
                  </a:lnTo>
                  <a:lnTo>
                    <a:pt x="2919186" y="201931"/>
                  </a:lnTo>
                  <a:lnTo>
                    <a:pt x="2922064" y="199928"/>
                  </a:lnTo>
                  <a:lnTo>
                    <a:pt x="2923647" y="199581"/>
                  </a:lnTo>
                  <a:lnTo>
                    <a:pt x="2952102" y="204678"/>
                  </a:lnTo>
                  <a:lnTo>
                    <a:pt x="2953466" y="205553"/>
                  </a:lnTo>
                  <a:lnTo>
                    <a:pt x="2955469" y="208429"/>
                  </a:lnTo>
                  <a:lnTo>
                    <a:pt x="2955817" y="210014"/>
                  </a:lnTo>
                  <a:lnTo>
                    <a:pt x="2955198" y="213465"/>
                  </a:lnTo>
                  <a:lnTo>
                    <a:pt x="2954324" y="214829"/>
                  </a:lnTo>
                  <a:lnTo>
                    <a:pt x="2951445" y="216833"/>
                  </a:lnTo>
                  <a:lnTo>
                    <a:pt x="2949864" y="217180"/>
                  </a:lnTo>
                  <a:close/>
                </a:path>
                <a:path w="4190365" h="831214">
                  <a:moveTo>
                    <a:pt x="2999870" y="226128"/>
                  </a:moveTo>
                  <a:lnTo>
                    <a:pt x="2971414" y="221037"/>
                  </a:lnTo>
                  <a:lnTo>
                    <a:pt x="2970050" y="220159"/>
                  </a:lnTo>
                  <a:lnTo>
                    <a:pt x="2968044" y="217283"/>
                  </a:lnTo>
                  <a:lnTo>
                    <a:pt x="2967698" y="215700"/>
                  </a:lnTo>
                  <a:lnTo>
                    <a:pt x="2968315" y="212250"/>
                  </a:lnTo>
                  <a:lnTo>
                    <a:pt x="2969188" y="210886"/>
                  </a:lnTo>
                  <a:lnTo>
                    <a:pt x="2972067" y="208883"/>
                  </a:lnTo>
                  <a:lnTo>
                    <a:pt x="2973650" y="208535"/>
                  </a:lnTo>
                  <a:lnTo>
                    <a:pt x="3002105" y="213626"/>
                  </a:lnTo>
                  <a:lnTo>
                    <a:pt x="3003468" y="214497"/>
                  </a:lnTo>
                  <a:lnTo>
                    <a:pt x="3005474" y="217378"/>
                  </a:lnTo>
                  <a:lnTo>
                    <a:pt x="3005821" y="218963"/>
                  </a:lnTo>
                  <a:lnTo>
                    <a:pt x="3005204" y="222413"/>
                  </a:lnTo>
                  <a:lnTo>
                    <a:pt x="3004330" y="223777"/>
                  </a:lnTo>
                  <a:lnTo>
                    <a:pt x="3001451" y="225780"/>
                  </a:lnTo>
                  <a:lnTo>
                    <a:pt x="2999870" y="226128"/>
                  </a:lnTo>
                  <a:close/>
                </a:path>
                <a:path w="4190365" h="831214">
                  <a:moveTo>
                    <a:pt x="3049875" y="235079"/>
                  </a:moveTo>
                  <a:lnTo>
                    <a:pt x="3021420" y="229983"/>
                  </a:lnTo>
                  <a:lnTo>
                    <a:pt x="3020056" y="229107"/>
                  </a:lnTo>
                  <a:lnTo>
                    <a:pt x="3018050" y="226230"/>
                  </a:lnTo>
                  <a:lnTo>
                    <a:pt x="3017704" y="224649"/>
                  </a:lnTo>
                  <a:lnTo>
                    <a:pt x="3018323" y="221198"/>
                  </a:lnTo>
                  <a:lnTo>
                    <a:pt x="3019196" y="219834"/>
                  </a:lnTo>
                  <a:lnTo>
                    <a:pt x="3022075" y="217831"/>
                  </a:lnTo>
                  <a:lnTo>
                    <a:pt x="3023658" y="217483"/>
                  </a:lnTo>
                  <a:lnTo>
                    <a:pt x="3052113" y="222578"/>
                  </a:lnTo>
                  <a:lnTo>
                    <a:pt x="3053476" y="223450"/>
                  </a:lnTo>
                  <a:lnTo>
                    <a:pt x="3055480" y="226330"/>
                  </a:lnTo>
                  <a:lnTo>
                    <a:pt x="3055828" y="227914"/>
                  </a:lnTo>
                  <a:lnTo>
                    <a:pt x="3055211" y="231362"/>
                  </a:lnTo>
                  <a:lnTo>
                    <a:pt x="3054336" y="232726"/>
                  </a:lnTo>
                  <a:lnTo>
                    <a:pt x="3051457" y="234729"/>
                  </a:lnTo>
                  <a:lnTo>
                    <a:pt x="3049875" y="235079"/>
                  </a:lnTo>
                  <a:close/>
                </a:path>
                <a:path w="4190365" h="831214">
                  <a:moveTo>
                    <a:pt x="3099881" y="244027"/>
                  </a:moveTo>
                  <a:lnTo>
                    <a:pt x="3071427" y="238933"/>
                  </a:lnTo>
                  <a:lnTo>
                    <a:pt x="3070061" y="238058"/>
                  </a:lnTo>
                  <a:lnTo>
                    <a:pt x="3068055" y="235182"/>
                  </a:lnTo>
                  <a:lnTo>
                    <a:pt x="3067709" y="233601"/>
                  </a:lnTo>
                  <a:lnTo>
                    <a:pt x="3068328" y="230146"/>
                  </a:lnTo>
                  <a:lnTo>
                    <a:pt x="3069200" y="228782"/>
                  </a:lnTo>
                  <a:lnTo>
                    <a:pt x="3072078" y="226780"/>
                  </a:lnTo>
                  <a:lnTo>
                    <a:pt x="3073661" y="226432"/>
                  </a:lnTo>
                  <a:lnTo>
                    <a:pt x="3102116" y="231526"/>
                  </a:lnTo>
                  <a:lnTo>
                    <a:pt x="3103481" y="232401"/>
                  </a:lnTo>
                  <a:lnTo>
                    <a:pt x="3105485" y="235275"/>
                  </a:lnTo>
                  <a:lnTo>
                    <a:pt x="3105832" y="236860"/>
                  </a:lnTo>
                  <a:lnTo>
                    <a:pt x="3105214" y="240313"/>
                  </a:lnTo>
                  <a:lnTo>
                    <a:pt x="3104339" y="241678"/>
                  </a:lnTo>
                  <a:lnTo>
                    <a:pt x="3101464" y="243681"/>
                  </a:lnTo>
                  <a:lnTo>
                    <a:pt x="3099881" y="244027"/>
                  </a:lnTo>
                  <a:close/>
                </a:path>
                <a:path w="4190365" h="831214">
                  <a:moveTo>
                    <a:pt x="3149886" y="252980"/>
                  </a:moveTo>
                  <a:lnTo>
                    <a:pt x="3121430" y="247884"/>
                  </a:lnTo>
                  <a:lnTo>
                    <a:pt x="3120066" y="247011"/>
                  </a:lnTo>
                  <a:lnTo>
                    <a:pt x="3118061" y="244133"/>
                  </a:lnTo>
                  <a:lnTo>
                    <a:pt x="3117715" y="242552"/>
                  </a:lnTo>
                  <a:lnTo>
                    <a:pt x="3118334" y="239097"/>
                  </a:lnTo>
                  <a:lnTo>
                    <a:pt x="3119207" y="237731"/>
                  </a:lnTo>
                  <a:lnTo>
                    <a:pt x="3122087" y="235728"/>
                  </a:lnTo>
                  <a:lnTo>
                    <a:pt x="3123670" y="235380"/>
                  </a:lnTo>
                  <a:lnTo>
                    <a:pt x="3152124" y="240478"/>
                  </a:lnTo>
                  <a:lnTo>
                    <a:pt x="3153488" y="241349"/>
                  </a:lnTo>
                  <a:lnTo>
                    <a:pt x="3155493" y="244226"/>
                  </a:lnTo>
                  <a:lnTo>
                    <a:pt x="3155839" y="245811"/>
                  </a:lnTo>
                  <a:lnTo>
                    <a:pt x="3155220" y="249265"/>
                  </a:lnTo>
                  <a:lnTo>
                    <a:pt x="3154346" y="250629"/>
                  </a:lnTo>
                  <a:lnTo>
                    <a:pt x="3151467" y="252632"/>
                  </a:lnTo>
                  <a:lnTo>
                    <a:pt x="3149886" y="252980"/>
                  </a:lnTo>
                  <a:close/>
                </a:path>
                <a:path w="4190365" h="831214">
                  <a:moveTo>
                    <a:pt x="3199892" y="261927"/>
                  </a:moveTo>
                  <a:lnTo>
                    <a:pt x="3171436" y="256833"/>
                  </a:lnTo>
                  <a:lnTo>
                    <a:pt x="3170072" y="255959"/>
                  </a:lnTo>
                  <a:lnTo>
                    <a:pt x="3168067" y="253085"/>
                  </a:lnTo>
                  <a:lnTo>
                    <a:pt x="3167722" y="251503"/>
                  </a:lnTo>
                  <a:lnTo>
                    <a:pt x="3168339" y="248050"/>
                  </a:lnTo>
                  <a:lnTo>
                    <a:pt x="3169211" y="246682"/>
                  </a:lnTo>
                  <a:lnTo>
                    <a:pt x="3172089" y="244679"/>
                  </a:lnTo>
                  <a:lnTo>
                    <a:pt x="3173672" y="244331"/>
                  </a:lnTo>
                  <a:lnTo>
                    <a:pt x="3202127" y="249426"/>
                  </a:lnTo>
                  <a:lnTo>
                    <a:pt x="3203490" y="250300"/>
                  </a:lnTo>
                  <a:lnTo>
                    <a:pt x="3205496" y="253178"/>
                  </a:lnTo>
                  <a:lnTo>
                    <a:pt x="3205843" y="254761"/>
                  </a:lnTo>
                  <a:lnTo>
                    <a:pt x="3205226" y="258216"/>
                  </a:lnTo>
                  <a:lnTo>
                    <a:pt x="3204352" y="259577"/>
                  </a:lnTo>
                  <a:lnTo>
                    <a:pt x="3201473" y="261578"/>
                  </a:lnTo>
                  <a:lnTo>
                    <a:pt x="3199892" y="261927"/>
                  </a:lnTo>
                  <a:close/>
                </a:path>
                <a:path w="4190365" h="831214">
                  <a:moveTo>
                    <a:pt x="3249895" y="270879"/>
                  </a:moveTo>
                  <a:lnTo>
                    <a:pt x="3221442" y="265785"/>
                  </a:lnTo>
                  <a:lnTo>
                    <a:pt x="3220078" y="264910"/>
                  </a:lnTo>
                  <a:lnTo>
                    <a:pt x="3218074" y="262030"/>
                  </a:lnTo>
                  <a:lnTo>
                    <a:pt x="3217728" y="260449"/>
                  </a:lnTo>
                  <a:lnTo>
                    <a:pt x="3218345" y="256998"/>
                  </a:lnTo>
                  <a:lnTo>
                    <a:pt x="3219218" y="255633"/>
                  </a:lnTo>
                  <a:lnTo>
                    <a:pt x="3222097" y="253630"/>
                  </a:lnTo>
                  <a:lnTo>
                    <a:pt x="3223679" y="253283"/>
                  </a:lnTo>
                  <a:lnTo>
                    <a:pt x="3252133" y="258377"/>
                  </a:lnTo>
                  <a:lnTo>
                    <a:pt x="3253498" y="259251"/>
                  </a:lnTo>
                  <a:lnTo>
                    <a:pt x="3255501" y="262129"/>
                  </a:lnTo>
                  <a:lnTo>
                    <a:pt x="3255848" y="263714"/>
                  </a:lnTo>
                  <a:lnTo>
                    <a:pt x="3255229" y="267164"/>
                  </a:lnTo>
                  <a:lnTo>
                    <a:pt x="3254355" y="268528"/>
                  </a:lnTo>
                  <a:lnTo>
                    <a:pt x="3251476" y="270531"/>
                  </a:lnTo>
                  <a:lnTo>
                    <a:pt x="3249895" y="270879"/>
                  </a:lnTo>
                  <a:close/>
                </a:path>
                <a:path w="4190365" h="831214">
                  <a:moveTo>
                    <a:pt x="3299903" y="279827"/>
                  </a:moveTo>
                  <a:lnTo>
                    <a:pt x="3271447" y="274736"/>
                  </a:lnTo>
                  <a:lnTo>
                    <a:pt x="3270083" y="273861"/>
                  </a:lnTo>
                  <a:lnTo>
                    <a:pt x="3268077" y="270981"/>
                  </a:lnTo>
                  <a:lnTo>
                    <a:pt x="3267731" y="269400"/>
                  </a:lnTo>
                  <a:lnTo>
                    <a:pt x="3268350" y="265949"/>
                  </a:lnTo>
                  <a:lnTo>
                    <a:pt x="3269222" y="264581"/>
                  </a:lnTo>
                  <a:lnTo>
                    <a:pt x="3272101" y="262578"/>
                  </a:lnTo>
                  <a:lnTo>
                    <a:pt x="3273684" y="262232"/>
                  </a:lnTo>
                  <a:lnTo>
                    <a:pt x="3302138" y="267326"/>
                  </a:lnTo>
                  <a:lnTo>
                    <a:pt x="3303502" y="268199"/>
                  </a:lnTo>
                  <a:lnTo>
                    <a:pt x="3305505" y="271077"/>
                  </a:lnTo>
                  <a:lnTo>
                    <a:pt x="3305854" y="272662"/>
                  </a:lnTo>
                  <a:lnTo>
                    <a:pt x="3305236" y="276113"/>
                  </a:lnTo>
                  <a:lnTo>
                    <a:pt x="3304361" y="277474"/>
                  </a:lnTo>
                  <a:lnTo>
                    <a:pt x="3301484" y="279477"/>
                  </a:lnTo>
                  <a:lnTo>
                    <a:pt x="3299903" y="279827"/>
                  </a:lnTo>
                  <a:close/>
                </a:path>
                <a:path w="4190365" h="831214">
                  <a:moveTo>
                    <a:pt x="3349906" y="288778"/>
                  </a:moveTo>
                  <a:lnTo>
                    <a:pt x="3321452" y="283681"/>
                  </a:lnTo>
                  <a:lnTo>
                    <a:pt x="3320087" y="282807"/>
                  </a:lnTo>
                  <a:lnTo>
                    <a:pt x="3318083" y="279929"/>
                  </a:lnTo>
                  <a:lnTo>
                    <a:pt x="3317737" y="278345"/>
                  </a:lnTo>
                  <a:lnTo>
                    <a:pt x="3318356" y="274897"/>
                  </a:lnTo>
                  <a:lnTo>
                    <a:pt x="3319230" y="273530"/>
                  </a:lnTo>
                  <a:lnTo>
                    <a:pt x="3322108" y="271527"/>
                  </a:lnTo>
                  <a:lnTo>
                    <a:pt x="3323690" y="271183"/>
                  </a:lnTo>
                  <a:lnTo>
                    <a:pt x="3352144" y="276277"/>
                  </a:lnTo>
                  <a:lnTo>
                    <a:pt x="3353507" y="277152"/>
                  </a:lnTo>
                  <a:lnTo>
                    <a:pt x="3355512" y="280028"/>
                  </a:lnTo>
                  <a:lnTo>
                    <a:pt x="3355859" y="281613"/>
                  </a:lnTo>
                  <a:lnTo>
                    <a:pt x="3355242" y="285068"/>
                  </a:lnTo>
                  <a:lnTo>
                    <a:pt x="3354368" y="286428"/>
                  </a:lnTo>
                  <a:lnTo>
                    <a:pt x="3351487" y="288432"/>
                  </a:lnTo>
                  <a:lnTo>
                    <a:pt x="3349906" y="288778"/>
                  </a:lnTo>
                  <a:close/>
                </a:path>
                <a:path w="4190365" h="831214">
                  <a:moveTo>
                    <a:pt x="3399914" y="297727"/>
                  </a:moveTo>
                  <a:lnTo>
                    <a:pt x="3371458" y="292633"/>
                  </a:lnTo>
                  <a:lnTo>
                    <a:pt x="3370094" y="291758"/>
                  </a:lnTo>
                  <a:lnTo>
                    <a:pt x="3368089" y="288878"/>
                  </a:lnTo>
                  <a:lnTo>
                    <a:pt x="3367743" y="287296"/>
                  </a:lnTo>
                  <a:lnTo>
                    <a:pt x="3368361" y="283848"/>
                  </a:lnTo>
                  <a:lnTo>
                    <a:pt x="3369233" y="282481"/>
                  </a:lnTo>
                  <a:lnTo>
                    <a:pt x="3372111" y="280478"/>
                  </a:lnTo>
                  <a:lnTo>
                    <a:pt x="3373694" y="280134"/>
                  </a:lnTo>
                  <a:lnTo>
                    <a:pt x="3402149" y="285225"/>
                  </a:lnTo>
                  <a:lnTo>
                    <a:pt x="3403512" y="286096"/>
                  </a:lnTo>
                  <a:lnTo>
                    <a:pt x="3405518" y="288977"/>
                  </a:lnTo>
                  <a:lnTo>
                    <a:pt x="3405865" y="290562"/>
                  </a:lnTo>
                  <a:lnTo>
                    <a:pt x="3405248" y="294010"/>
                  </a:lnTo>
                  <a:lnTo>
                    <a:pt x="3404374" y="295374"/>
                  </a:lnTo>
                  <a:lnTo>
                    <a:pt x="3401497" y="297376"/>
                  </a:lnTo>
                  <a:lnTo>
                    <a:pt x="3399914" y="297727"/>
                  </a:lnTo>
                  <a:close/>
                </a:path>
                <a:path w="4190365" h="831214">
                  <a:moveTo>
                    <a:pt x="3449917" y="306678"/>
                  </a:moveTo>
                  <a:lnTo>
                    <a:pt x="3421461" y="301581"/>
                  </a:lnTo>
                  <a:lnTo>
                    <a:pt x="3420097" y="300706"/>
                  </a:lnTo>
                  <a:lnTo>
                    <a:pt x="3418092" y="297828"/>
                  </a:lnTo>
                  <a:lnTo>
                    <a:pt x="3417747" y="296247"/>
                  </a:lnTo>
                  <a:lnTo>
                    <a:pt x="3418365" y="292794"/>
                  </a:lnTo>
                  <a:lnTo>
                    <a:pt x="3419238" y="291426"/>
                  </a:lnTo>
                  <a:lnTo>
                    <a:pt x="3422119" y="289424"/>
                  </a:lnTo>
                  <a:lnTo>
                    <a:pt x="3423701" y="289079"/>
                  </a:lnTo>
                  <a:lnTo>
                    <a:pt x="3452155" y="294176"/>
                  </a:lnTo>
                  <a:lnTo>
                    <a:pt x="3453520" y="295051"/>
                  </a:lnTo>
                  <a:lnTo>
                    <a:pt x="3455524" y="297931"/>
                  </a:lnTo>
                  <a:lnTo>
                    <a:pt x="3455870" y="299512"/>
                  </a:lnTo>
                  <a:lnTo>
                    <a:pt x="3455251" y="302963"/>
                  </a:lnTo>
                  <a:lnTo>
                    <a:pt x="3454377" y="304328"/>
                  </a:lnTo>
                  <a:lnTo>
                    <a:pt x="3451498" y="306331"/>
                  </a:lnTo>
                  <a:lnTo>
                    <a:pt x="3449917" y="306678"/>
                  </a:lnTo>
                  <a:close/>
                </a:path>
                <a:path w="4190365" h="831214">
                  <a:moveTo>
                    <a:pt x="3499925" y="315626"/>
                  </a:moveTo>
                  <a:lnTo>
                    <a:pt x="3471469" y="310535"/>
                  </a:lnTo>
                  <a:lnTo>
                    <a:pt x="3470105" y="309661"/>
                  </a:lnTo>
                  <a:lnTo>
                    <a:pt x="3468099" y="306781"/>
                  </a:lnTo>
                  <a:lnTo>
                    <a:pt x="3467753" y="305200"/>
                  </a:lnTo>
                  <a:lnTo>
                    <a:pt x="3468372" y="301748"/>
                  </a:lnTo>
                  <a:lnTo>
                    <a:pt x="3469244" y="300381"/>
                  </a:lnTo>
                  <a:lnTo>
                    <a:pt x="3472122" y="298378"/>
                  </a:lnTo>
                  <a:lnTo>
                    <a:pt x="3473705" y="298034"/>
                  </a:lnTo>
                  <a:lnTo>
                    <a:pt x="3502160" y="303124"/>
                  </a:lnTo>
                  <a:lnTo>
                    <a:pt x="3503523" y="303996"/>
                  </a:lnTo>
                  <a:lnTo>
                    <a:pt x="3505529" y="306873"/>
                  </a:lnTo>
                  <a:lnTo>
                    <a:pt x="3505876" y="308458"/>
                  </a:lnTo>
                  <a:lnTo>
                    <a:pt x="3505259" y="311911"/>
                  </a:lnTo>
                  <a:lnTo>
                    <a:pt x="3504385" y="313277"/>
                  </a:lnTo>
                  <a:lnTo>
                    <a:pt x="3501506" y="315280"/>
                  </a:lnTo>
                  <a:lnTo>
                    <a:pt x="3499925" y="315626"/>
                  </a:lnTo>
                  <a:close/>
                </a:path>
                <a:path w="4190365" h="831214">
                  <a:moveTo>
                    <a:pt x="3549928" y="324577"/>
                  </a:moveTo>
                  <a:lnTo>
                    <a:pt x="3521472" y="319481"/>
                  </a:lnTo>
                  <a:lnTo>
                    <a:pt x="3520108" y="318606"/>
                  </a:lnTo>
                  <a:lnTo>
                    <a:pt x="3518105" y="315729"/>
                  </a:lnTo>
                  <a:lnTo>
                    <a:pt x="3517759" y="314148"/>
                  </a:lnTo>
                  <a:lnTo>
                    <a:pt x="3518376" y="310696"/>
                  </a:lnTo>
                  <a:lnTo>
                    <a:pt x="3519249" y="309330"/>
                  </a:lnTo>
                  <a:lnTo>
                    <a:pt x="3522128" y="307326"/>
                  </a:lnTo>
                  <a:lnTo>
                    <a:pt x="3523711" y="306979"/>
                  </a:lnTo>
                  <a:lnTo>
                    <a:pt x="3552166" y="312077"/>
                  </a:lnTo>
                  <a:lnTo>
                    <a:pt x="3553529" y="312948"/>
                  </a:lnTo>
                  <a:lnTo>
                    <a:pt x="3555534" y="315828"/>
                  </a:lnTo>
                  <a:lnTo>
                    <a:pt x="3555881" y="317412"/>
                  </a:lnTo>
                  <a:lnTo>
                    <a:pt x="3555264" y="320864"/>
                  </a:lnTo>
                  <a:lnTo>
                    <a:pt x="3554390" y="322228"/>
                  </a:lnTo>
                  <a:lnTo>
                    <a:pt x="3551511" y="324231"/>
                  </a:lnTo>
                  <a:lnTo>
                    <a:pt x="3549928" y="324577"/>
                  </a:lnTo>
                  <a:close/>
                </a:path>
                <a:path w="4190365" h="831214">
                  <a:moveTo>
                    <a:pt x="3599932" y="333526"/>
                  </a:moveTo>
                  <a:lnTo>
                    <a:pt x="3571478" y="328432"/>
                  </a:lnTo>
                  <a:lnTo>
                    <a:pt x="3570114" y="327558"/>
                  </a:lnTo>
                  <a:lnTo>
                    <a:pt x="3568111" y="324680"/>
                  </a:lnTo>
                  <a:lnTo>
                    <a:pt x="3567765" y="323099"/>
                  </a:lnTo>
                  <a:lnTo>
                    <a:pt x="3568382" y="319648"/>
                  </a:lnTo>
                  <a:lnTo>
                    <a:pt x="3569255" y="318283"/>
                  </a:lnTo>
                  <a:lnTo>
                    <a:pt x="3572134" y="316280"/>
                  </a:lnTo>
                  <a:lnTo>
                    <a:pt x="3573717" y="315934"/>
                  </a:lnTo>
                  <a:lnTo>
                    <a:pt x="3602171" y="321025"/>
                  </a:lnTo>
                  <a:lnTo>
                    <a:pt x="3603535" y="321899"/>
                  </a:lnTo>
                  <a:lnTo>
                    <a:pt x="3605538" y="324777"/>
                  </a:lnTo>
                  <a:lnTo>
                    <a:pt x="3605886" y="326360"/>
                  </a:lnTo>
                  <a:lnTo>
                    <a:pt x="3605267" y="329812"/>
                  </a:lnTo>
                  <a:lnTo>
                    <a:pt x="3604393" y="331176"/>
                  </a:lnTo>
                  <a:lnTo>
                    <a:pt x="3601514" y="333179"/>
                  </a:lnTo>
                  <a:lnTo>
                    <a:pt x="3599932" y="333526"/>
                  </a:lnTo>
                  <a:close/>
                </a:path>
                <a:path w="4190365" h="831214">
                  <a:moveTo>
                    <a:pt x="3649939" y="342478"/>
                  </a:moveTo>
                  <a:lnTo>
                    <a:pt x="3621483" y="337383"/>
                  </a:lnTo>
                  <a:lnTo>
                    <a:pt x="3620119" y="336509"/>
                  </a:lnTo>
                  <a:lnTo>
                    <a:pt x="3618114" y="333628"/>
                  </a:lnTo>
                  <a:lnTo>
                    <a:pt x="3617769" y="332047"/>
                  </a:lnTo>
                  <a:lnTo>
                    <a:pt x="3618387" y="328597"/>
                  </a:lnTo>
                  <a:lnTo>
                    <a:pt x="3619262" y="327229"/>
                  </a:lnTo>
                  <a:lnTo>
                    <a:pt x="3622140" y="325226"/>
                  </a:lnTo>
                  <a:lnTo>
                    <a:pt x="3623723" y="324878"/>
                  </a:lnTo>
                  <a:lnTo>
                    <a:pt x="3652177" y="329976"/>
                  </a:lnTo>
                  <a:lnTo>
                    <a:pt x="3653542" y="330850"/>
                  </a:lnTo>
                  <a:lnTo>
                    <a:pt x="3655546" y="333725"/>
                  </a:lnTo>
                  <a:lnTo>
                    <a:pt x="3655892" y="335309"/>
                  </a:lnTo>
                  <a:lnTo>
                    <a:pt x="3655273" y="338763"/>
                  </a:lnTo>
                  <a:lnTo>
                    <a:pt x="3654399" y="340127"/>
                  </a:lnTo>
                  <a:lnTo>
                    <a:pt x="3651520" y="342130"/>
                  </a:lnTo>
                  <a:lnTo>
                    <a:pt x="3649939" y="342478"/>
                  </a:lnTo>
                  <a:close/>
                </a:path>
                <a:path w="4190365" h="831214">
                  <a:moveTo>
                    <a:pt x="3699943" y="351426"/>
                  </a:moveTo>
                  <a:lnTo>
                    <a:pt x="3671489" y="346335"/>
                  </a:lnTo>
                  <a:lnTo>
                    <a:pt x="3670125" y="345460"/>
                  </a:lnTo>
                  <a:lnTo>
                    <a:pt x="3668121" y="342583"/>
                  </a:lnTo>
                  <a:lnTo>
                    <a:pt x="3667775" y="341002"/>
                  </a:lnTo>
                  <a:lnTo>
                    <a:pt x="3668393" y="337548"/>
                  </a:lnTo>
                  <a:lnTo>
                    <a:pt x="3669268" y="336180"/>
                  </a:lnTo>
                  <a:lnTo>
                    <a:pt x="3672145" y="334177"/>
                  </a:lnTo>
                  <a:lnTo>
                    <a:pt x="3673728" y="333830"/>
                  </a:lnTo>
                  <a:lnTo>
                    <a:pt x="3702182" y="338924"/>
                  </a:lnTo>
                  <a:lnTo>
                    <a:pt x="3703545" y="339798"/>
                  </a:lnTo>
                  <a:lnTo>
                    <a:pt x="3705549" y="342676"/>
                  </a:lnTo>
                  <a:lnTo>
                    <a:pt x="3705896" y="344261"/>
                  </a:lnTo>
                  <a:lnTo>
                    <a:pt x="3705279" y="347714"/>
                  </a:lnTo>
                  <a:lnTo>
                    <a:pt x="3704405" y="349076"/>
                  </a:lnTo>
                  <a:lnTo>
                    <a:pt x="3701526" y="351078"/>
                  </a:lnTo>
                  <a:lnTo>
                    <a:pt x="3699943" y="351426"/>
                  </a:lnTo>
                  <a:close/>
                </a:path>
                <a:path w="4190365" h="831214">
                  <a:moveTo>
                    <a:pt x="3749951" y="360377"/>
                  </a:moveTo>
                  <a:lnTo>
                    <a:pt x="3721496" y="355283"/>
                  </a:lnTo>
                  <a:lnTo>
                    <a:pt x="3720131" y="354408"/>
                  </a:lnTo>
                  <a:lnTo>
                    <a:pt x="3718127" y="351534"/>
                  </a:lnTo>
                  <a:lnTo>
                    <a:pt x="3717781" y="349953"/>
                  </a:lnTo>
                  <a:lnTo>
                    <a:pt x="3718398" y="346499"/>
                  </a:lnTo>
                  <a:lnTo>
                    <a:pt x="3719271" y="345132"/>
                  </a:lnTo>
                  <a:lnTo>
                    <a:pt x="3722150" y="343128"/>
                  </a:lnTo>
                  <a:lnTo>
                    <a:pt x="3723733" y="342781"/>
                  </a:lnTo>
                  <a:lnTo>
                    <a:pt x="3752187" y="347875"/>
                  </a:lnTo>
                  <a:lnTo>
                    <a:pt x="3753549" y="348750"/>
                  </a:lnTo>
                  <a:lnTo>
                    <a:pt x="3755555" y="351627"/>
                  </a:lnTo>
                  <a:lnTo>
                    <a:pt x="3755903" y="353212"/>
                  </a:lnTo>
                  <a:lnTo>
                    <a:pt x="3755284" y="356666"/>
                  </a:lnTo>
                  <a:lnTo>
                    <a:pt x="3754410" y="358026"/>
                  </a:lnTo>
                  <a:lnTo>
                    <a:pt x="3751534" y="360027"/>
                  </a:lnTo>
                  <a:lnTo>
                    <a:pt x="3749951" y="360377"/>
                  </a:lnTo>
                  <a:close/>
                </a:path>
                <a:path w="4190365" h="831214">
                  <a:moveTo>
                    <a:pt x="3799954" y="369326"/>
                  </a:moveTo>
                  <a:lnTo>
                    <a:pt x="3771500" y="364234"/>
                  </a:lnTo>
                  <a:lnTo>
                    <a:pt x="3770136" y="363360"/>
                  </a:lnTo>
                  <a:lnTo>
                    <a:pt x="3768132" y="360480"/>
                  </a:lnTo>
                  <a:lnTo>
                    <a:pt x="3767786" y="358898"/>
                  </a:lnTo>
                  <a:lnTo>
                    <a:pt x="3768404" y="355447"/>
                  </a:lnTo>
                  <a:lnTo>
                    <a:pt x="3769279" y="354083"/>
                  </a:lnTo>
                  <a:lnTo>
                    <a:pt x="3772156" y="352080"/>
                  </a:lnTo>
                  <a:lnTo>
                    <a:pt x="3773739" y="351732"/>
                  </a:lnTo>
                  <a:lnTo>
                    <a:pt x="3802193" y="356824"/>
                  </a:lnTo>
                  <a:lnTo>
                    <a:pt x="3803557" y="357699"/>
                  </a:lnTo>
                  <a:lnTo>
                    <a:pt x="3805562" y="360579"/>
                  </a:lnTo>
                  <a:lnTo>
                    <a:pt x="3805907" y="362160"/>
                  </a:lnTo>
                  <a:lnTo>
                    <a:pt x="3805289" y="365611"/>
                  </a:lnTo>
                  <a:lnTo>
                    <a:pt x="3804415" y="366972"/>
                  </a:lnTo>
                  <a:lnTo>
                    <a:pt x="3801536" y="368975"/>
                  </a:lnTo>
                  <a:lnTo>
                    <a:pt x="3799954" y="369326"/>
                  </a:lnTo>
                  <a:close/>
                </a:path>
                <a:path w="4190365" h="831214">
                  <a:moveTo>
                    <a:pt x="3849962" y="378277"/>
                  </a:moveTo>
                  <a:lnTo>
                    <a:pt x="3821506" y="373185"/>
                  </a:lnTo>
                  <a:lnTo>
                    <a:pt x="3820142" y="372311"/>
                  </a:lnTo>
                  <a:lnTo>
                    <a:pt x="3818138" y="369431"/>
                  </a:lnTo>
                  <a:lnTo>
                    <a:pt x="3817792" y="367850"/>
                  </a:lnTo>
                  <a:lnTo>
                    <a:pt x="3818408" y="364398"/>
                  </a:lnTo>
                  <a:lnTo>
                    <a:pt x="3819280" y="363032"/>
                  </a:lnTo>
                  <a:lnTo>
                    <a:pt x="3822159" y="361029"/>
                  </a:lnTo>
                  <a:lnTo>
                    <a:pt x="3823742" y="360681"/>
                  </a:lnTo>
                  <a:lnTo>
                    <a:pt x="3852198" y="365775"/>
                  </a:lnTo>
                  <a:lnTo>
                    <a:pt x="3853560" y="366650"/>
                  </a:lnTo>
                  <a:lnTo>
                    <a:pt x="3855566" y="369528"/>
                  </a:lnTo>
                  <a:lnTo>
                    <a:pt x="3855914" y="371111"/>
                  </a:lnTo>
                  <a:lnTo>
                    <a:pt x="3855297" y="374562"/>
                  </a:lnTo>
                  <a:lnTo>
                    <a:pt x="3854422" y="375923"/>
                  </a:lnTo>
                  <a:lnTo>
                    <a:pt x="3851543" y="377926"/>
                  </a:lnTo>
                  <a:lnTo>
                    <a:pt x="3849962" y="378277"/>
                  </a:lnTo>
                  <a:close/>
                </a:path>
                <a:path w="4190365" h="831214">
                  <a:moveTo>
                    <a:pt x="3899965" y="387225"/>
                  </a:moveTo>
                  <a:lnTo>
                    <a:pt x="3871513" y="382131"/>
                  </a:lnTo>
                  <a:lnTo>
                    <a:pt x="3870148" y="381256"/>
                  </a:lnTo>
                  <a:lnTo>
                    <a:pt x="3868142" y="378379"/>
                  </a:lnTo>
                  <a:lnTo>
                    <a:pt x="3867797" y="376795"/>
                  </a:lnTo>
                  <a:lnTo>
                    <a:pt x="3868415" y="373346"/>
                  </a:lnTo>
                  <a:lnTo>
                    <a:pt x="3869288" y="371980"/>
                  </a:lnTo>
                  <a:lnTo>
                    <a:pt x="3872167" y="369977"/>
                  </a:lnTo>
                  <a:lnTo>
                    <a:pt x="3873750" y="369633"/>
                  </a:lnTo>
                  <a:lnTo>
                    <a:pt x="3902204" y="374723"/>
                  </a:lnTo>
                  <a:lnTo>
                    <a:pt x="3903567" y="375594"/>
                  </a:lnTo>
                  <a:lnTo>
                    <a:pt x="3905571" y="378475"/>
                  </a:lnTo>
                  <a:lnTo>
                    <a:pt x="3905918" y="380060"/>
                  </a:lnTo>
                  <a:lnTo>
                    <a:pt x="3905300" y="383508"/>
                  </a:lnTo>
                  <a:lnTo>
                    <a:pt x="3904426" y="384872"/>
                  </a:lnTo>
                  <a:lnTo>
                    <a:pt x="3901548" y="386878"/>
                  </a:lnTo>
                  <a:lnTo>
                    <a:pt x="3899965" y="387225"/>
                  </a:lnTo>
                  <a:close/>
                </a:path>
                <a:path w="4190365" h="831214">
                  <a:moveTo>
                    <a:pt x="3949973" y="396176"/>
                  </a:moveTo>
                  <a:lnTo>
                    <a:pt x="3921517" y="391086"/>
                  </a:lnTo>
                  <a:lnTo>
                    <a:pt x="3920153" y="390211"/>
                  </a:lnTo>
                  <a:lnTo>
                    <a:pt x="3918147" y="387330"/>
                  </a:lnTo>
                  <a:lnTo>
                    <a:pt x="3917801" y="385749"/>
                  </a:lnTo>
                  <a:lnTo>
                    <a:pt x="3918420" y="382299"/>
                  </a:lnTo>
                  <a:lnTo>
                    <a:pt x="3919293" y="380931"/>
                  </a:lnTo>
                  <a:lnTo>
                    <a:pt x="3922170" y="378928"/>
                  </a:lnTo>
                  <a:lnTo>
                    <a:pt x="3923753" y="378584"/>
                  </a:lnTo>
                  <a:lnTo>
                    <a:pt x="3952209" y="383675"/>
                  </a:lnTo>
                  <a:lnTo>
                    <a:pt x="3953573" y="384547"/>
                  </a:lnTo>
                  <a:lnTo>
                    <a:pt x="3955577" y="387427"/>
                  </a:lnTo>
                  <a:lnTo>
                    <a:pt x="3955925" y="389011"/>
                  </a:lnTo>
                  <a:lnTo>
                    <a:pt x="3955308" y="392459"/>
                  </a:lnTo>
                  <a:lnTo>
                    <a:pt x="3954433" y="393823"/>
                  </a:lnTo>
                  <a:lnTo>
                    <a:pt x="3951556" y="395827"/>
                  </a:lnTo>
                  <a:lnTo>
                    <a:pt x="3949973" y="396176"/>
                  </a:lnTo>
                  <a:close/>
                </a:path>
                <a:path w="4190365" h="831214">
                  <a:moveTo>
                    <a:pt x="3999978" y="405124"/>
                  </a:moveTo>
                  <a:lnTo>
                    <a:pt x="3971522" y="400030"/>
                  </a:lnTo>
                  <a:lnTo>
                    <a:pt x="3970158" y="399157"/>
                  </a:lnTo>
                  <a:lnTo>
                    <a:pt x="3968153" y="396279"/>
                  </a:lnTo>
                  <a:lnTo>
                    <a:pt x="3967808" y="394698"/>
                  </a:lnTo>
                  <a:lnTo>
                    <a:pt x="3968425" y="391243"/>
                  </a:lnTo>
                  <a:lnTo>
                    <a:pt x="3969299" y="389876"/>
                  </a:lnTo>
                  <a:lnTo>
                    <a:pt x="3972175" y="387873"/>
                  </a:lnTo>
                  <a:lnTo>
                    <a:pt x="3973758" y="387529"/>
                  </a:lnTo>
                  <a:lnTo>
                    <a:pt x="4002213" y="392624"/>
                  </a:lnTo>
                  <a:lnTo>
                    <a:pt x="4003576" y="393498"/>
                  </a:lnTo>
                  <a:lnTo>
                    <a:pt x="4005581" y="396372"/>
                  </a:lnTo>
                  <a:lnTo>
                    <a:pt x="4005928" y="397957"/>
                  </a:lnTo>
                  <a:lnTo>
                    <a:pt x="4005312" y="401411"/>
                  </a:lnTo>
                  <a:lnTo>
                    <a:pt x="4004438" y="402775"/>
                  </a:lnTo>
                  <a:lnTo>
                    <a:pt x="4001559" y="404778"/>
                  </a:lnTo>
                  <a:lnTo>
                    <a:pt x="3999978" y="405124"/>
                  </a:lnTo>
                  <a:close/>
                </a:path>
                <a:path w="4190365" h="831214">
                  <a:moveTo>
                    <a:pt x="4049984" y="414077"/>
                  </a:moveTo>
                  <a:lnTo>
                    <a:pt x="4021528" y="408985"/>
                  </a:lnTo>
                  <a:lnTo>
                    <a:pt x="4020164" y="408110"/>
                  </a:lnTo>
                  <a:lnTo>
                    <a:pt x="4018160" y="405230"/>
                  </a:lnTo>
                  <a:lnTo>
                    <a:pt x="4017814" y="403649"/>
                  </a:lnTo>
                  <a:lnTo>
                    <a:pt x="4018431" y="400198"/>
                  </a:lnTo>
                  <a:lnTo>
                    <a:pt x="4019304" y="398830"/>
                  </a:lnTo>
                  <a:lnTo>
                    <a:pt x="4022181" y="396828"/>
                  </a:lnTo>
                  <a:lnTo>
                    <a:pt x="4023764" y="396483"/>
                  </a:lnTo>
                  <a:lnTo>
                    <a:pt x="4052220" y="401575"/>
                  </a:lnTo>
                  <a:lnTo>
                    <a:pt x="4053582" y="402446"/>
                  </a:lnTo>
                  <a:lnTo>
                    <a:pt x="4055588" y="405324"/>
                  </a:lnTo>
                  <a:lnTo>
                    <a:pt x="4055936" y="406907"/>
                  </a:lnTo>
                  <a:lnTo>
                    <a:pt x="4055319" y="410362"/>
                  </a:lnTo>
                  <a:lnTo>
                    <a:pt x="4054444" y="411726"/>
                  </a:lnTo>
                  <a:lnTo>
                    <a:pt x="4051565" y="413732"/>
                  </a:lnTo>
                  <a:lnTo>
                    <a:pt x="4049984" y="414077"/>
                  </a:lnTo>
                  <a:close/>
                </a:path>
                <a:path w="4190365" h="831214">
                  <a:moveTo>
                    <a:pt x="4099989" y="423025"/>
                  </a:moveTo>
                  <a:lnTo>
                    <a:pt x="4071535" y="417930"/>
                  </a:lnTo>
                  <a:lnTo>
                    <a:pt x="4070169" y="417056"/>
                  </a:lnTo>
                  <a:lnTo>
                    <a:pt x="4068163" y="414178"/>
                  </a:lnTo>
                  <a:lnTo>
                    <a:pt x="4067817" y="412597"/>
                  </a:lnTo>
                  <a:lnTo>
                    <a:pt x="4068436" y="409147"/>
                  </a:lnTo>
                  <a:lnTo>
                    <a:pt x="4069308" y="407779"/>
                  </a:lnTo>
                  <a:lnTo>
                    <a:pt x="4072187" y="405776"/>
                  </a:lnTo>
                  <a:lnTo>
                    <a:pt x="4073770" y="405429"/>
                  </a:lnTo>
                  <a:lnTo>
                    <a:pt x="4102224" y="410523"/>
                  </a:lnTo>
                  <a:lnTo>
                    <a:pt x="4103589" y="411397"/>
                  </a:lnTo>
                  <a:lnTo>
                    <a:pt x="4105593" y="414275"/>
                  </a:lnTo>
                  <a:lnTo>
                    <a:pt x="4105940" y="415858"/>
                  </a:lnTo>
                  <a:lnTo>
                    <a:pt x="4105322" y="419313"/>
                  </a:lnTo>
                  <a:lnTo>
                    <a:pt x="4104447" y="420674"/>
                  </a:lnTo>
                  <a:lnTo>
                    <a:pt x="4101572" y="422675"/>
                  </a:lnTo>
                  <a:lnTo>
                    <a:pt x="4099989" y="423025"/>
                  </a:lnTo>
                  <a:close/>
                </a:path>
                <a:path w="4190365" h="831214">
                  <a:moveTo>
                    <a:pt x="4149992" y="431976"/>
                  </a:moveTo>
                  <a:lnTo>
                    <a:pt x="4121538" y="426882"/>
                  </a:lnTo>
                  <a:lnTo>
                    <a:pt x="4120174" y="426007"/>
                  </a:lnTo>
                  <a:lnTo>
                    <a:pt x="4118169" y="423130"/>
                  </a:lnTo>
                  <a:lnTo>
                    <a:pt x="4117823" y="421548"/>
                  </a:lnTo>
                  <a:lnTo>
                    <a:pt x="4118442" y="418097"/>
                  </a:lnTo>
                  <a:lnTo>
                    <a:pt x="4119316" y="416733"/>
                  </a:lnTo>
                  <a:lnTo>
                    <a:pt x="4122194" y="414731"/>
                  </a:lnTo>
                  <a:lnTo>
                    <a:pt x="4123776" y="414383"/>
                  </a:lnTo>
                  <a:lnTo>
                    <a:pt x="4152230" y="419474"/>
                  </a:lnTo>
                  <a:lnTo>
                    <a:pt x="4153595" y="420349"/>
                  </a:lnTo>
                  <a:lnTo>
                    <a:pt x="4155598" y="423226"/>
                  </a:lnTo>
                  <a:lnTo>
                    <a:pt x="4155945" y="424811"/>
                  </a:lnTo>
                  <a:lnTo>
                    <a:pt x="4155326" y="428261"/>
                  </a:lnTo>
                  <a:lnTo>
                    <a:pt x="4154452" y="429625"/>
                  </a:lnTo>
                  <a:lnTo>
                    <a:pt x="4151573" y="431628"/>
                  </a:lnTo>
                  <a:lnTo>
                    <a:pt x="4149992" y="431976"/>
                  </a:lnTo>
                  <a:close/>
                </a:path>
                <a:path w="4190365" h="831214">
                  <a:moveTo>
                    <a:pt x="4183793" y="438025"/>
                  </a:moveTo>
                  <a:lnTo>
                    <a:pt x="4171544" y="435833"/>
                  </a:lnTo>
                  <a:lnTo>
                    <a:pt x="4170180" y="434959"/>
                  </a:lnTo>
                  <a:lnTo>
                    <a:pt x="4168174" y="432078"/>
                  </a:lnTo>
                  <a:lnTo>
                    <a:pt x="4167828" y="430496"/>
                  </a:lnTo>
                  <a:lnTo>
                    <a:pt x="4168447" y="427046"/>
                  </a:lnTo>
                  <a:lnTo>
                    <a:pt x="4169319" y="425678"/>
                  </a:lnTo>
                  <a:lnTo>
                    <a:pt x="4172198" y="423675"/>
                  </a:lnTo>
                  <a:lnTo>
                    <a:pt x="4173781" y="423329"/>
                  </a:lnTo>
                  <a:lnTo>
                    <a:pt x="4186032" y="425523"/>
                  </a:lnTo>
                  <a:lnTo>
                    <a:pt x="4187396" y="426394"/>
                  </a:lnTo>
                  <a:lnTo>
                    <a:pt x="4189399" y="429275"/>
                  </a:lnTo>
                  <a:lnTo>
                    <a:pt x="4189746" y="430860"/>
                  </a:lnTo>
                  <a:lnTo>
                    <a:pt x="4189128" y="434310"/>
                  </a:lnTo>
                  <a:lnTo>
                    <a:pt x="4188253" y="435674"/>
                  </a:lnTo>
                  <a:lnTo>
                    <a:pt x="4185374" y="437678"/>
                  </a:lnTo>
                  <a:lnTo>
                    <a:pt x="4183793" y="438025"/>
                  </a:lnTo>
                  <a:close/>
                </a:path>
              </a:pathLst>
            </a:custGeom>
            <a:solidFill>
              <a:srgbClr val="DEE2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1607800" y="50800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361950" y="723900"/>
                  </a:moveTo>
                  <a:lnTo>
                    <a:pt x="308840" y="719982"/>
                  </a:lnTo>
                  <a:lnTo>
                    <a:pt x="256881" y="708314"/>
                  </a:lnTo>
                  <a:lnTo>
                    <a:pt x="207196" y="689149"/>
                  </a:lnTo>
                  <a:lnTo>
                    <a:pt x="160861" y="662900"/>
                  </a:lnTo>
                  <a:lnTo>
                    <a:pt x="118879" y="630137"/>
                  </a:lnTo>
                  <a:lnTo>
                    <a:pt x="82158" y="591568"/>
                  </a:lnTo>
                  <a:lnTo>
                    <a:pt x="51494" y="548029"/>
                  </a:lnTo>
                  <a:lnTo>
                    <a:pt x="27551" y="500462"/>
                  </a:lnTo>
                  <a:lnTo>
                    <a:pt x="10846" y="449896"/>
                  </a:lnTo>
                  <a:lnTo>
                    <a:pt x="1742" y="397427"/>
                  </a:lnTo>
                  <a:lnTo>
                    <a:pt x="0" y="361950"/>
                  </a:lnTo>
                  <a:lnTo>
                    <a:pt x="435" y="344189"/>
                  </a:lnTo>
                  <a:lnTo>
                    <a:pt x="6954" y="291337"/>
                  </a:lnTo>
                  <a:lnTo>
                    <a:pt x="21157" y="240012"/>
                  </a:lnTo>
                  <a:lnTo>
                    <a:pt x="42738" y="191327"/>
                  </a:lnTo>
                  <a:lnTo>
                    <a:pt x="71228" y="146336"/>
                  </a:lnTo>
                  <a:lnTo>
                    <a:pt x="106012" y="106012"/>
                  </a:lnTo>
                  <a:lnTo>
                    <a:pt x="146336" y="71228"/>
                  </a:lnTo>
                  <a:lnTo>
                    <a:pt x="191327" y="42738"/>
                  </a:lnTo>
                  <a:lnTo>
                    <a:pt x="240012" y="21157"/>
                  </a:lnTo>
                  <a:lnTo>
                    <a:pt x="291337" y="6954"/>
                  </a:lnTo>
                  <a:lnTo>
                    <a:pt x="344189" y="435"/>
                  </a:lnTo>
                  <a:lnTo>
                    <a:pt x="361950" y="0"/>
                  </a:lnTo>
                  <a:lnTo>
                    <a:pt x="379710" y="435"/>
                  </a:lnTo>
                  <a:lnTo>
                    <a:pt x="432562" y="6954"/>
                  </a:lnTo>
                  <a:lnTo>
                    <a:pt x="483887" y="21157"/>
                  </a:lnTo>
                  <a:lnTo>
                    <a:pt x="532572" y="42738"/>
                  </a:lnTo>
                  <a:lnTo>
                    <a:pt x="577563" y="71228"/>
                  </a:lnTo>
                  <a:lnTo>
                    <a:pt x="617887" y="106012"/>
                  </a:lnTo>
                  <a:lnTo>
                    <a:pt x="652671" y="146336"/>
                  </a:lnTo>
                  <a:lnTo>
                    <a:pt x="681161" y="191327"/>
                  </a:lnTo>
                  <a:lnTo>
                    <a:pt x="702742" y="240012"/>
                  </a:lnTo>
                  <a:lnTo>
                    <a:pt x="716945" y="291337"/>
                  </a:lnTo>
                  <a:lnTo>
                    <a:pt x="723464" y="344189"/>
                  </a:lnTo>
                  <a:lnTo>
                    <a:pt x="723900" y="361950"/>
                  </a:lnTo>
                  <a:lnTo>
                    <a:pt x="723464" y="379710"/>
                  </a:lnTo>
                  <a:lnTo>
                    <a:pt x="716945" y="432562"/>
                  </a:lnTo>
                  <a:lnTo>
                    <a:pt x="702742" y="483887"/>
                  </a:lnTo>
                  <a:lnTo>
                    <a:pt x="681161" y="532572"/>
                  </a:lnTo>
                  <a:lnTo>
                    <a:pt x="652671" y="577563"/>
                  </a:lnTo>
                  <a:lnTo>
                    <a:pt x="617887" y="617887"/>
                  </a:lnTo>
                  <a:lnTo>
                    <a:pt x="577563" y="652671"/>
                  </a:lnTo>
                  <a:lnTo>
                    <a:pt x="532572" y="681161"/>
                  </a:lnTo>
                  <a:lnTo>
                    <a:pt x="483887" y="702742"/>
                  </a:lnTo>
                  <a:lnTo>
                    <a:pt x="432562" y="716945"/>
                  </a:lnTo>
                  <a:lnTo>
                    <a:pt x="379710" y="723464"/>
                  </a:lnTo>
                  <a:lnTo>
                    <a:pt x="361950" y="723900"/>
                  </a:lnTo>
                  <a:close/>
                </a:path>
              </a:pathLst>
            </a:custGeom>
            <a:solidFill>
              <a:srgbClr val="FFF0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768497" y="697886"/>
              <a:ext cx="424685" cy="348311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4820898" y="83820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400050" y="800100"/>
                  </a:moveTo>
                  <a:lnTo>
                    <a:pt x="360838" y="798173"/>
                  </a:lnTo>
                  <a:lnTo>
                    <a:pt x="322004" y="792413"/>
                  </a:lnTo>
                  <a:lnTo>
                    <a:pt x="283921" y="782873"/>
                  </a:lnTo>
                  <a:lnTo>
                    <a:pt x="246957" y="769647"/>
                  </a:lnTo>
                  <a:lnTo>
                    <a:pt x="211467" y="752862"/>
                  </a:lnTo>
                  <a:lnTo>
                    <a:pt x="177794" y="732679"/>
                  </a:lnTo>
                  <a:lnTo>
                    <a:pt x="146260" y="709292"/>
                  </a:lnTo>
                  <a:lnTo>
                    <a:pt x="117171" y="682928"/>
                  </a:lnTo>
                  <a:lnTo>
                    <a:pt x="90807" y="653839"/>
                  </a:lnTo>
                  <a:lnTo>
                    <a:pt x="67420" y="622305"/>
                  </a:lnTo>
                  <a:lnTo>
                    <a:pt x="47237" y="588632"/>
                  </a:lnTo>
                  <a:lnTo>
                    <a:pt x="30451" y="553142"/>
                  </a:lnTo>
                  <a:lnTo>
                    <a:pt x="17226" y="516178"/>
                  </a:lnTo>
                  <a:lnTo>
                    <a:pt x="7686" y="478095"/>
                  </a:lnTo>
                  <a:lnTo>
                    <a:pt x="1926" y="439261"/>
                  </a:lnTo>
                  <a:lnTo>
                    <a:pt x="0" y="400050"/>
                  </a:lnTo>
                  <a:lnTo>
                    <a:pt x="481" y="380420"/>
                  </a:lnTo>
                  <a:lnTo>
                    <a:pt x="4329" y="341350"/>
                  </a:lnTo>
                  <a:lnTo>
                    <a:pt x="11988" y="302845"/>
                  </a:lnTo>
                  <a:lnTo>
                    <a:pt x="23385" y="265277"/>
                  </a:lnTo>
                  <a:lnTo>
                    <a:pt x="38408" y="229006"/>
                  </a:lnTo>
                  <a:lnTo>
                    <a:pt x="56915" y="194383"/>
                  </a:lnTo>
                  <a:lnTo>
                    <a:pt x="78726" y="161740"/>
                  </a:lnTo>
                  <a:lnTo>
                    <a:pt x="103632" y="131392"/>
                  </a:lnTo>
                  <a:lnTo>
                    <a:pt x="131392" y="103632"/>
                  </a:lnTo>
                  <a:lnTo>
                    <a:pt x="161740" y="78726"/>
                  </a:lnTo>
                  <a:lnTo>
                    <a:pt x="194383" y="56915"/>
                  </a:lnTo>
                  <a:lnTo>
                    <a:pt x="229006" y="38408"/>
                  </a:lnTo>
                  <a:lnTo>
                    <a:pt x="265277" y="23385"/>
                  </a:lnTo>
                  <a:lnTo>
                    <a:pt x="302845" y="11988"/>
                  </a:lnTo>
                  <a:lnTo>
                    <a:pt x="341350" y="4329"/>
                  </a:lnTo>
                  <a:lnTo>
                    <a:pt x="380420" y="481"/>
                  </a:lnTo>
                  <a:lnTo>
                    <a:pt x="400050" y="0"/>
                  </a:lnTo>
                  <a:lnTo>
                    <a:pt x="419679" y="481"/>
                  </a:lnTo>
                  <a:lnTo>
                    <a:pt x="458749" y="4329"/>
                  </a:lnTo>
                  <a:lnTo>
                    <a:pt x="497254" y="11988"/>
                  </a:lnTo>
                  <a:lnTo>
                    <a:pt x="534822" y="23385"/>
                  </a:lnTo>
                  <a:lnTo>
                    <a:pt x="571093" y="38408"/>
                  </a:lnTo>
                  <a:lnTo>
                    <a:pt x="605716" y="56915"/>
                  </a:lnTo>
                  <a:lnTo>
                    <a:pt x="638359" y="78726"/>
                  </a:lnTo>
                  <a:lnTo>
                    <a:pt x="668707" y="103632"/>
                  </a:lnTo>
                  <a:lnTo>
                    <a:pt x="696467" y="131392"/>
                  </a:lnTo>
                  <a:lnTo>
                    <a:pt x="721373" y="161740"/>
                  </a:lnTo>
                  <a:lnTo>
                    <a:pt x="743184" y="194383"/>
                  </a:lnTo>
                  <a:lnTo>
                    <a:pt x="761691" y="229006"/>
                  </a:lnTo>
                  <a:lnTo>
                    <a:pt x="776714" y="265277"/>
                  </a:lnTo>
                  <a:lnTo>
                    <a:pt x="788111" y="302845"/>
                  </a:lnTo>
                  <a:lnTo>
                    <a:pt x="795770" y="341350"/>
                  </a:lnTo>
                  <a:lnTo>
                    <a:pt x="799618" y="380420"/>
                  </a:lnTo>
                  <a:lnTo>
                    <a:pt x="800100" y="400050"/>
                  </a:lnTo>
                  <a:lnTo>
                    <a:pt x="799618" y="419679"/>
                  </a:lnTo>
                  <a:lnTo>
                    <a:pt x="795770" y="458749"/>
                  </a:lnTo>
                  <a:lnTo>
                    <a:pt x="788111" y="497254"/>
                  </a:lnTo>
                  <a:lnTo>
                    <a:pt x="776714" y="534822"/>
                  </a:lnTo>
                  <a:lnTo>
                    <a:pt x="761691" y="571093"/>
                  </a:lnTo>
                  <a:lnTo>
                    <a:pt x="743184" y="605716"/>
                  </a:lnTo>
                  <a:lnTo>
                    <a:pt x="721373" y="638359"/>
                  </a:lnTo>
                  <a:lnTo>
                    <a:pt x="696467" y="668707"/>
                  </a:lnTo>
                  <a:lnTo>
                    <a:pt x="668707" y="696467"/>
                  </a:lnTo>
                  <a:lnTo>
                    <a:pt x="638359" y="721373"/>
                  </a:lnTo>
                  <a:lnTo>
                    <a:pt x="605716" y="743184"/>
                  </a:lnTo>
                  <a:lnTo>
                    <a:pt x="571093" y="761691"/>
                  </a:lnTo>
                  <a:lnTo>
                    <a:pt x="534822" y="776714"/>
                  </a:lnTo>
                  <a:lnTo>
                    <a:pt x="497254" y="788111"/>
                  </a:lnTo>
                  <a:lnTo>
                    <a:pt x="458749" y="795770"/>
                  </a:lnTo>
                  <a:lnTo>
                    <a:pt x="419679" y="799618"/>
                  </a:lnTo>
                  <a:lnTo>
                    <a:pt x="400050" y="800100"/>
                  </a:lnTo>
                  <a:close/>
                </a:path>
              </a:pathLst>
            </a:custGeom>
            <a:solidFill>
              <a:srgbClr val="F1ED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147494" y="1086730"/>
              <a:ext cx="135730" cy="166163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5025332" y="1004391"/>
              <a:ext cx="407670" cy="463550"/>
            </a:xfrm>
            <a:custGeom>
              <a:avLst/>
              <a:gdLst/>
              <a:ahLst/>
              <a:cxnLst/>
              <a:rect l="l" t="t" r="r" b="b"/>
              <a:pathLst>
                <a:path w="407669" h="463550">
                  <a:moveTo>
                    <a:pt x="325755" y="136639"/>
                  </a:moveTo>
                  <a:lnTo>
                    <a:pt x="318833" y="93649"/>
                  </a:lnTo>
                  <a:lnTo>
                    <a:pt x="299554" y="56172"/>
                  </a:lnTo>
                  <a:lnTo>
                    <a:pt x="270167" y="26517"/>
                  </a:lnTo>
                  <a:lnTo>
                    <a:pt x="232905" y="7023"/>
                  </a:lnTo>
                  <a:lnTo>
                    <a:pt x="190017" y="0"/>
                  </a:lnTo>
                  <a:lnTo>
                    <a:pt x="149301" y="0"/>
                  </a:lnTo>
                  <a:lnTo>
                    <a:pt x="102158" y="7670"/>
                  </a:lnTo>
                  <a:lnTo>
                    <a:pt x="61188" y="29019"/>
                  </a:lnTo>
                  <a:lnTo>
                    <a:pt x="28841" y="61556"/>
                  </a:lnTo>
                  <a:lnTo>
                    <a:pt x="7620" y="102781"/>
                  </a:lnTo>
                  <a:lnTo>
                    <a:pt x="0" y="150202"/>
                  </a:lnTo>
                  <a:lnTo>
                    <a:pt x="0" y="177355"/>
                  </a:lnTo>
                  <a:lnTo>
                    <a:pt x="6438" y="211759"/>
                  </a:lnTo>
                  <a:lnTo>
                    <a:pt x="24142" y="240576"/>
                  </a:lnTo>
                  <a:lnTo>
                    <a:pt x="50660" y="261353"/>
                  </a:lnTo>
                  <a:lnTo>
                    <a:pt x="83540" y="271665"/>
                  </a:lnTo>
                  <a:lnTo>
                    <a:pt x="89331" y="282841"/>
                  </a:lnTo>
                  <a:lnTo>
                    <a:pt x="98145" y="291655"/>
                  </a:lnTo>
                  <a:lnTo>
                    <a:pt x="109308" y="297434"/>
                  </a:lnTo>
                  <a:lnTo>
                    <a:pt x="122161" y="299516"/>
                  </a:lnTo>
                  <a:lnTo>
                    <a:pt x="137985" y="296303"/>
                  </a:lnTo>
                  <a:lnTo>
                    <a:pt x="150939" y="287566"/>
                  </a:lnTo>
                  <a:lnTo>
                    <a:pt x="159664" y="274624"/>
                  </a:lnTo>
                  <a:lnTo>
                    <a:pt x="162877" y="258787"/>
                  </a:lnTo>
                  <a:lnTo>
                    <a:pt x="159664" y="242963"/>
                  </a:lnTo>
                  <a:lnTo>
                    <a:pt x="150939" y="230009"/>
                  </a:lnTo>
                  <a:lnTo>
                    <a:pt x="137985" y="221272"/>
                  </a:lnTo>
                  <a:lnTo>
                    <a:pt x="122161" y="218071"/>
                  </a:lnTo>
                  <a:lnTo>
                    <a:pt x="109702" y="220014"/>
                  </a:lnTo>
                  <a:lnTo>
                    <a:pt x="98806" y="225450"/>
                  </a:lnTo>
                  <a:lnTo>
                    <a:pt x="90068" y="233756"/>
                  </a:lnTo>
                  <a:lnTo>
                    <a:pt x="84099" y="244335"/>
                  </a:lnTo>
                  <a:lnTo>
                    <a:pt x="61595" y="236397"/>
                  </a:lnTo>
                  <a:lnTo>
                    <a:pt x="43522" y="221513"/>
                  </a:lnTo>
                  <a:lnTo>
                    <a:pt x="31508" y="201307"/>
                  </a:lnTo>
                  <a:lnTo>
                    <a:pt x="27139" y="177355"/>
                  </a:lnTo>
                  <a:lnTo>
                    <a:pt x="27457" y="141528"/>
                  </a:lnTo>
                  <a:lnTo>
                    <a:pt x="33807" y="110515"/>
                  </a:lnTo>
                  <a:lnTo>
                    <a:pt x="47510" y="82854"/>
                  </a:lnTo>
                  <a:lnTo>
                    <a:pt x="67475" y="59690"/>
                  </a:lnTo>
                  <a:lnTo>
                    <a:pt x="92570" y="42164"/>
                  </a:lnTo>
                  <a:lnTo>
                    <a:pt x="76619" y="62077"/>
                  </a:lnTo>
                  <a:lnTo>
                    <a:pt x="64566" y="84823"/>
                  </a:lnTo>
                  <a:lnTo>
                    <a:pt x="56946" y="109855"/>
                  </a:lnTo>
                  <a:lnTo>
                    <a:pt x="54292" y="136639"/>
                  </a:lnTo>
                  <a:lnTo>
                    <a:pt x="54292" y="177355"/>
                  </a:lnTo>
                  <a:lnTo>
                    <a:pt x="55651" y="187680"/>
                  </a:lnTo>
                  <a:lnTo>
                    <a:pt x="59512" y="197129"/>
                  </a:lnTo>
                  <a:lnTo>
                    <a:pt x="65519" y="205282"/>
                  </a:lnTo>
                  <a:lnTo>
                    <a:pt x="73342" y="211759"/>
                  </a:lnTo>
                  <a:lnTo>
                    <a:pt x="78193" y="207213"/>
                  </a:lnTo>
                  <a:lnTo>
                    <a:pt x="83451" y="203161"/>
                  </a:lnTo>
                  <a:lnTo>
                    <a:pt x="89065" y="199644"/>
                  </a:lnTo>
                  <a:lnTo>
                    <a:pt x="95008" y="196672"/>
                  </a:lnTo>
                  <a:lnTo>
                    <a:pt x="95008" y="150202"/>
                  </a:lnTo>
                  <a:lnTo>
                    <a:pt x="102222" y="114058"/>
                  </a:lnTo>
                  <a:lnTo>
                    <a:pt x="122161" y="83769"/>
                  </a:lnTo>
                  <a:lnTo>
                    <a:pt x="152273" y="62941"/>
                  </a:lnTo>
                  <a:lnTo>
                    <a:pt x="190017" y="55194"/>
                  </a:lnTo>
                  <a:lnTo>
                    <a:pt x="226974" y="62674"/>
                  </a:lnTo>
                  <a:lnTo>
                    <a:pt x="257175" y="83058"/>
                  </a:lnTo>
                  <a:lnTo>
                    <a:pt x="277558" y="113258"/>
                  </a:lnTo>
                  <a:lnTo>
                    <a:pt x="285038" y="150202"/>
                  </a:lnTo>
                  <a:lnTo>
                    <a:pt x="282308" y="173863"/>
                  </a:lnTo>
                  <a:lnTo>
                    <a:pt x="274243" y="193065"/>
                  </a:lnTo>
                  <a:lnTo>
                    <a:pt x="260985" y="210794"/>
                  </a:lnTo>
                  <a:lnTo>
                    <a:pt x="219849" y="253961"/>
                  </a:lnTo>
                  <a:lnTo>
                    <a:pt x="198475" y="283121"/>
                  </a:lnTo>
                  <a:lnTo>
                    <a:pt x="182638" y="320065"/>
                  </a:lnTo>
                  <a:lnTo>
                    <a:pt x="176453" y="367372"/>
                  </a:lnTo>
                  <a:lnTo>
                    <a:pt x="149301" y="367372"/>
                  </a:lnTo>
                  <a:lnTo>
                    <a:pt x="149694" y="354063"/>
                  </a:lnTo>
                  <a:lnTo>
                    <a:pt x="150850" y="341426"/>
                  </a:lnTo>
                  <a:lnTo>
                    <a:pt x="152692" y="329425"/>
                  </a:lnTo>
                  <a:lnTo>
                    <a:pt x="155168" y="318058"/>
                  </a:lnTo>
                  <a:lnTo>
                    <a:pt x="147574" y="321703"/>
                  </a:lnTo>
                  <a:lnTo>
                    <a:pt x="139484" y="324408"/>
                  </a:lnTo>
                  <a:lnTo>
                    <a:pt x="130987" y="326085"/>
                  </a:lnTo>
                  <a:lnTo>
                    <a:pt x="122161" y="326656"/>
                  </a:lnTo>
                  <a:lnTo>
                    <a:pt x="105156" y="324510"/>
                  </a:lnTo>
                  <a:lnTo>
                    <a:pt x="89598" y="318350"/>
                  </a:lnTo>
                  <a:lnTo>
                    <a:pt x="76111" y="308648"/>
                  </a:lnTo>
                  <a:lnTo>
                    <a:pt x="65316" y="295859"/>
                  </a:lnTo>
                  <a:lnTo>
                    <a:pt x="57886" y="293814"/>
                  </a:lnTo>
                  <a:lnTo>
                    <a:pt x="54292" y="292544"/>
                  </a:lnTo>
                  <a:lnTo>
                    <a:pt x="54292" y="380949"/>
                  </a:lnTo>
                  <a:lnTo>
                    <a:pt x="60718" y="412711"/>
                  </a:lnTo>
                  <a:lnTo>
                    <a:pt x="78219" y="438912"/>
                  </a:lnTo>
                  <a:lnTo>
                    <a:pt x="104101" y="456730"/>
                  </a:lnTo>
                  <a:lnTo>
                    <a:pt x="135724" y="463296"/>
                  </a:lnTo>
                  <a:lnTo>
                    <a:pt x="167347" y="456730"/>
                  </a:lnTo>
                  <a:lnTo>
                    <a:pt x="193243" y="438912"/>
                  </a:lnTo>
                  <a:lnTo>
                    <a:pt x="210743" y="412711"/>
                  </a:lnTo>
                  <a:lnTo>
                    <a:pt x="217170" y="380949"/>
                  </a:lnTo>
                  <a:lnTo>
                    <a:pt x="222173" y="341630"/>
                  </a:lnTo>
                  <a:lnTo>
                    <a:pt x="235051" y="308063"/>
                  </a:lnTo>
                  <a:lnTo>
                    <a:pt x="252552" y="280403"/>
                  </a:lnTo>
                  <a:lnTo>
                    <a:pt x="271462" y="258787"/>
                  </a:lnTo>
                  <a:lnTo>
                    <a:pt x="295173" y="230809"/>
                  </a:lnTo>
                  <a:lnTo>
                    <a:pt x="312140" y="201066"/>
                  </a:lnTo>
                  <a:lnTo>
                    <a:pt x="322351" y="169659"/>
                  </a:lnTo>
                  <a:lnTo>
                    <a:pt x="325755" y="136639"/>
                  </a:lnTo>
                  <a:close/>
                </a:path>
                <a:path w="407669" h="463550">
                  <a:moveTo>
                    <a:pt x="407187" y="136639"/>
                  </a:moveTo>
                  <a:lnTo>
                    <a:pt x="397395" y="86042"/>
                  </a:lnTo>
                  <a:lnTo>
                    <a:pt x="370598" y="43992"/>
                  </a:lnTo>
                  <a:lnTo>
                    <a:pt x="330657" y="14351"/>
                  </a:lnTo>
                  <a:lnTo>
                    <a:pt x="281432" y="1003"/>
                  </a:lnTo>
                  <a:lnTo>
                    <a:pt x="310781" y="26708"/>
                  </a:lnTo>
                  <a:lnTo>
                    <a:pt x="333324" y="58839"/>
                  </a:lnTo>
                  <a:lnTo>
                    <a:pt x="347789" y="95961"/>
                  </a:lnTo>
                  <a:lnTo>
                    <a:pt x="352894" y="136639"/>
                  </a:lnTo>
                  <a:lnTo>
                    <a:pt x="351637" y="160870"/>
                  </a:lnTo>
                  <a:lnTo>
                    <a:pt x="347459" y="185762"/>
                  </a:lnTo>
                  <a:lnTo>
                    <a:pt x="339737" y="209423"/>
                  </a:lnTo>
                  <a:lnTo>
                    <a:pt x="323176" y="238099"/>
                  </a:lnTo>
                  <a:lnTo>
                    <a:pt x="317525" y="244195"/>
                  </a:lnTo>
                  <a:lnTo>
                    <a:pt x="316979" y="252463"/>
                  </a:lnTo>
                  <a:lnTo>
                    <a:pt x="318427" y="261975"/>
                  </a:lnTo>
                  <a:lnTo>
                    <a:pt x="323723" y="271043"/>
                  </a:lnTo>
                  <a:lnTo>
                    <a:pt x="332486" y="277837"/>
                  </a:lnTo>
                  <a:lnTo>
                    <a:pt x="344360" y="280504"/>
                  </a:lnTo>
                  <a:lnTo>
                    <a:pt x="352005" y="280504"/>
                  </a:lnTo>
                  <a:lnTo>
                    <a:pt x="380974" y="248526"/>
                  </a:lnTo>
                  <a:lnTo>
                    <a:pt x="403821" y="180543"/>
                  </a:lnTo>
                  <a:lnTo>
                    <a:pt x="407187" y="136639"/>
                  </a:lnTo>
                  <a:close/>
                </a:path>
              </a:pathLst>
            </a:custGeom>
            <a:solidFill>
              <a:srgbClr val="977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1849189" y="1320800"/>
              <a:ext cx="596900" cy="381000"/>
            </a:xfrm>
            <a:custGeom>
              <a:avLst/>
              <a:gdLst/>
              <a:ahLst/>
              <a:cxnLst/>
              <a:rect l="l" t="t" r="r" b="b"/>
              <a:pathLst>
                <a:path w="596900" h="381000">
                  <a:moveTo>
                    <a:pt x="585233" y="381000"/>
                  </a:moveTo>
                  <a:lnTo>
                    <a:pt x="11666" y="381000"/>
                  </a:lnTo>
                  <a:lnTo>
                    <a:pt x="10810" y="378048"/>
                  </a:lnTo>
                  <a:lnTo>
                    <a:pt x="2244" y="334985"/>
                  </a:lnTo>
                  <a:lnTo>
                    <a:pt x="89" y="305776"/>
                  </a:lnTo>
                  <a:lnTo>
                    <a:pt x="89" y="291123"/>
                  </a:lnTo>
                  <a:lnTo>
                    <a:pt x="4393" y="247428"/>
                  </a:lnTo>
                  <a:lnTo>
                    <a:pt x="15063" y="204829"/>
                  </a:lnTo>
                  <a:lnTo>
                    <a:pt x="31866" y="164265"/>
                  </a:lnTo>
                  <a:lnTo>
                    <a:pt x="54442" y="126598"/>
                  </a:lnTo>
                  <a:lnTo>
                    <a:pt x="82296" y="92658"/>
                  </a:lnTo>
                  <a:lnTo>
                    <a:pt x="114835" y="63166"/>
                  </a:lnTo>
                  <a:lnTo>
                    <a:pt x="151342" y="38773"/>
                  </a:lnTo>
                  <a:lnTo>
                    <a:pt x="191041" y="19997"/>
                  </a:lnTo>
                  <a:lnTo>
                    <a:pt x="233057" y="7252"/>
                  </a:lnTo>
                  <a:lnTo>
                    <a:pt x="276496" y="808"/>
                  </a:lnTo>
                  <a:lnTo>
                    <a:pt x="298450" y="0"/>
                  </a:lnTo>
                  <a:lnTo>
                    <a:pt x="305776" y="89"/>
                  </a:lnTo>
                  <a:lnTo>
                    <a:pt x="349471" y="4393"/>
                  </a:lnTo>
                  <a:lnTo>
                    <a:pt x="392070" y="15063"/>
                  </a:lnTo>
                  <a:lnTo>
                    <a:pt x="432634" y="31866"/>
                  </a:lnTo>
                  <a:lnTo>
                    <a:pt x="470301" y="54442"/>
                  </a:lnTo>
                  <a:lnTo>
                    <a:pt x="504241" y="82296"/>
                  </a:lnTo>
                  <a:lnTo>
                    <a:pt x="533733" y="114835"/>
                  </a:lnTo>
                  <a:lnTo>
                    <a:pt x="558126" y="151342"/>
                  </a:lnTo>
                  <a:lnTo>
                    <a:pt x="576902" y="191041"/>
                  </a:lnTo>
                  <a:lnTo>
                    <a:pt x="589647" y="233057"/>
                  </a:lnTo>
                  <a:lnTo>
                    <a:pt x="596091" y="276496"/>
                  </a:lnTo>
                  <a:lnTo>
                    <a:pt x="596810" y="291123"/>
                  </a:lnTo>
                  <a:lnTo>
                    <a:pt x="596810" y="305776"/>
                  </a:lnTo>
                  <a:lnTo>
                    <a:pt x="592506" y="349471"/>
                  </a:lnTo>
                  <a:lnTo>
                    <a:pt x="585233" y="381000"/>
                  </a:lnTo>
                  <a:close/>
                </a:path>
              </a:pathLst>
            </a:custGeom>
            <a:solidFill>
              <a:srgbClr val="E7F9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973243" y="1467785"/>
              <a:ext cx="346794" cy="23401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0642600" y="1054100"/>
              <a:ext cx="863600" cy="647700"/>
            </a:xfrm>
            <a:custGeom>
              <a:avLst/>
              <a:gdLst/>
              <a:ahLst/>
              <a:cxnLst/>
              <a:rect l="l" t="t" r="r" b="b"/>
              <a:pathLst>
                <a:path w="863600" h="647700">
                  <a:moveTo>
                    <a:pt x="805716" y="647700"/>
                  </a:moveTo>
                  <a:lnTo>
                    <a:pt x="57883" y="647700"/>
                  </a:lnTo>
                  <a:lnTo>
                    <a:pt x="56097" y="644636"/>
                  </a:lnTo>
                  <a:lnTo>
                    <a:pt x="37045" y="606786"/>
                  </a:lnTo>
                  <a:lnTo>
                    <a:pt x="21794" y="567250"/>
                  </a:lnTo>
                  <a:lnTo>
                    <a:pt x="10492" y="526411"/>
                  </a:lnTo>
                  <a:lnTo>
                    <a:pt x="3247" y="484660"/>
                  </a:lnTo>
                  <a:lnTo>
                    <a:pt x="129" y="442400"/>
                  </a:lnTo>
                  <a:lnTo>
                    <a:pt x="0" y="431800"/>
                  </a:lnTo>
                  <a:lnTo>
                    <a:pt x="129" y="421199"/>
                  </a:lnTo>
                  <a:lnTo>
                    <a:pt x="3247" y="378939"/>
                  </a:lnTo>
                  <a:lnTo>
                    <a:pt x="10492" y="337188"/>
                  </a:lnTo>
                  <a:lnTo>
                    <a:pt x="21794" y="296349"/>
                  </a:lnTo>
                  <a:lnTo>
                    <a:pt x="37045" y="256813"/>
                  </a:lnTo>
                  <a:lnTo>
                    <a:pt x="56097" y="218963"/>
                  </a:lnTo>
                  <a:lnTo>
                    <a:pt x="78768" y="183163"/>
                  </a:lnTo>
                  <a:lnTo>
                    <a:pt x="104839" y="149757"/>
                  </a:lnTo>
                  <a:lnTo>
                    <a:pt x="134058" y="119067"/>
                  </a:lnTo>
                  <a:lnTo>
                    <a:pt x="166145" y="91389"/>
                  </a:lnTo>
                  <a:lnTo>
                    <a:pt x="200790" y="66990"/>
                  </a:lnTo>
                  <a:lnTo>
                    <a:pt x="237660" y="46104"/>
                  </a:lnTo>
                  <a:lnTo>
                    <a:pt x="276400" y="28932"/>
                  </a:lnTo>
                  <a:lnTo>
                    <a:pt x="316636" y="15640"/>
                  </a:lnTo>
                  <a:lnTo>
                    <a:pt x="357981" y="6356"/>
                  </a:lnTo>
                  <a:lnTo>
                    <a:pt x="400037" y="1169"/>
                  </a:lnTo>
                  <a:lnTo>
                    <a:pt x="431800" y="0"/>
                  </a:lnTo>
                  <a:lnTo>
                    <a:pt x="442400" y="129"/>
                  </a:lnTo>
                  <a:lnTo>
                    <a:pt x="484660" y="3247"/>
                  </a:lnTo>
                  <a:lnTo>
                    <a:pt x="526411" y="10492"/>
                  </a:lnTo>
                  <a:lnTo>
                    <a:pt x="567250" y="21794"/>
                  </a:lnTo>
                  <a:lnTo>
                    <a:pt x="606786" y="37045"/>
                  </a:lnTo>
                  <a:lnTo>
                    <a:pt x="644636" y="56097"/>
                  </a:lnTo>
                  <a:lnTo>
                    <a:pt x="680436" y="78768"/>
                  </a:lnTo>
                  <a:lnTo>
                    <a:pt x="713842" y="104839"/>
                  </a:lnTo>
                  <a:lnTo>
                    <a:pt x="744532" y="134058"/>
                  </a:lnTo>
                  <a:lnTo>
                    <a:pt x="772210" y="166145"/>
                  </a:lnTo>
                  <a:lnTo>
                    <a:pt x="796609" y="200790"/>
                  </a:lnTo>
                  <a:lnTo>
                    <a:pt x="817495" y="237660"/>
                  </a:lnTo>
                  <a:lnTo>
                    <a:pt x="834667" y="276400"/>
                  </a:lnTo>
                  <a:lnTo>
                    <a:pt x="847959" y="316636"/>
                  </a:lnTo>
                  <a:lnTo>
                    <a:pt x="857243" y="357981"/>
                  </a:lnTo>
                  <a:lnTo>
                    <a:pt x="862430" y="400037"/>
                  </a:lnTo>
                  <a:lnTo>
                    <a:pt x="863600" y="431800"/>
                  </a:lnTo>
                  <a:lnTo>
                    <a:pt x="863470" y="442400"/>
                  </a:lnTo>
                  <a:lnTo>
                    <a:pt x="860352" y="484660"/>
                  </a:lnTo>
                  <a:lnTo>
                    <a:pt x="853107" y="526411"/>
                  </a:lnTo>
                  <a:lnTo>
                    <a:pt x="841805" y="567250"/>
                  </a:lnTo>
                  <a:lnTo>
                    <a:pt x="826554" y="606786"/>
                  </a:lnTo>
                  <a:lnTo>
                    <a:pt x="807502" y="644636"/>
                  </a:lnTo>
                  <a:lnTo>
                    <a:pt x="805716" y="647700"/>
                  </a:lnTo>
                  <a:close/>
                </a:path>
              </a:pathLst>
            </a:custGeom>
            <a:solidFill>
              <a:srgbClr val="FFF5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832734" y="1239784"/>
              <a:ext cx="84302" cy="8430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945738" y="1239784"/>
              <a:ext cx="84302" cy="8430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832777" y="1352650"/>
              <a:ext cx="84323" cy="8432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832734" y="1465527"/>
              <a:ext cx="84301" cy="8430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945738" y="1352655"/>
              <a:ext cx="84302" cy="84301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945738" y="1465527"/>
              <a:ext cx="84302" cy="84301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068644" y="1451842"/>
              <a:ext cx="253103" cy="249957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722102" y="647700"/>
              <a:ext cx="1806023" cy="10547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2022-01-17T08:30:37Z</dcterms:created>
  <dcterms:modified xsi:type="dcterms:W3CDTF">2022-01-17T08:30:37Z</dcterms:modified>
</cp:coreProperties>
</file>